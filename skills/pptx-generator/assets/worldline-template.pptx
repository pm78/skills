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90" r:id="rId4"/>
  </p:sldMasterIdLst>
  <p:notesMasterIdLst>
    <p:notesMasterId r:id="rId10"/>
  </p:notesMasterIdLst>
  <p:handoutMasterIdLst>
    <p:handoutMasterId r:id="rId11"/>
  </p:handoutMasterIdLst>
  <p:sldIdLst>
    <p:sldId id="256" r:id="rId5"/>
    <p:sldId id="257" r:id="rId6"/>
    <p:sldId id="258" r:id="rId7"/>
    <p:sldId id="259" r:id="rId8"/>
    <p:sldId id="260" r:id="rId9"/>
  </p:sldIdLst>
  <p:sldSz cx="9144000" cy="5143500" type="screen16x9"/>
  <p:notesSz cx="6858000" cy="9144000"/>
  <p:custDataLst>
    <p:tags r:id="rId12"/>
  </p:custDataLst>
  <p:defaultTextStyle>
    <a:defPPr lvl="0">
      <a:defRPr lang="en-GB"/>
    </a:defPPr>
    <a:lvl1pPr marL="0" lvl="1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lvl="2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lvl="3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lvl="4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7" autoAdjust="0"/>
    <p:restoredTop sz="93939" autoAdjust="0"/>
  </p:normalViewPr>
  <p:slideViewPr>
    <p:cSldViewPr snapToGrid="0">
      <p:cViewPr varScale="1">
        <p:scale>
          <a:sx n="147" d="100"/>
          <a:sy n="147" d="100"/>
        </p:scale>
        <p:origin x="546" y="12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60" d="100"/>
          <a:sy n="60" d="100"/>
        </p:scale>
        <p:origin x="3594" y="79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gs" Target="tags/tag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ZE, PASCAL" userId="a1f84daa-7ada-4c85-92d6-4ee5ff046632" providerId="ADAL" clId="{ECAC0091-27D4-4078-A09D-A4BCE7F9BF85}"/>
    <pc:docChg chg="modMainMaster">
      <pc:chgData name="MAUZE, PASCAL" userId="a1f84daa-7ada-4c85-92d6-4ee5ff046632" providerId="ADAL" clId="{ECAC0091-27D4-4078-A09D-A4BCE7F9BF85}" dt="2025-06-26T16:14:43.761" v="0" actId="20578"/>
      <pc:docMkLst>
        <pc:docMk/>
      </pc:docMkLst>
      <pc:sldMasterChg chg="modSldLayout sldLayoutOrd">
        <pc:chgData name="MAUZE, PASCAL" userId="a1f84daa-7ada-4c85-92d6-4ee5ff046632" providerId="ADAL" clId="{ECAC0091-27D4-4078-A09D-A4BCE7F9BF85}" dt="2025-06-26T16:14:43.761" v="0" actId="20578"/>
        <pc:sldMasterMkLst>
          <pc:docMk/>
          <pc:sldMasterMk cId="511987105" sldId="2147483790"/>
        </pc:sldMasterMkLst>
        <pc:sldLayoutChg chg="ord">
          <pc:chgData name="MAUZE, PASCAL" userId="a1f84daa-7ada-4c85-92d6-4ee5ff046632" providerId="ADAL" clId="{ECAC0091-27D4-4078-A09D-A4BCE7F9BF85}" dt="2025-06-26T16:14:43.761" v="0" actId="20578"/>
          <pc:sldLayoutMkLst>
            <pc:docMk/>
            <pc:sldMasterMk cId="511987105" sldId="2147483790"/>
            <pc:sldLayoutMk cId="2224414928" sldId="2147484025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479612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/>
            </a:lvl1pPr>
          </a:lstStyle>
          <a:p>
            <a:endParaRPr lang="en-GB" sz="800" dirty="0"/>
          </a:p>
        </p:txBody>
      </p:sp>
      <p:sp>
        <p:nvSpPr>
          <p:cNvPr id="7" name="Frame date 2"/>
          <p:cNvSpPr>
            <a:spLocks noGrp="1"/>
          </p:cNvSpPr>
          <p:nvPr>
            <p:ph type="dt" sz="quarter" idx="1"/>
          </p:nvPr>
        </p:nvSpPr>
        <p:spPr>
          <a:xfrm>
            <a:off x="3573016" y="3600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/>
            </a:lvl1pPr>
          </a:lstStyle>
          <a:p>
            <a:fld id="{04C3C42E-F14B-43F4-9917-B663E421A4BC}" type="datetime1">
              <a:rPr lang="en-GB" sz="800" smtClean="0"/>
              <a:pPr/>
              <a:t>26/06/2025</a:t>
            </a:fld>
            <a:endParaRPr lang="en-GB" sz="800" dirty="0"/>
          </a:p>
        </p:txBody>
      </p:sp>
      <p:sp>
        <p:nvSpPr>
          <p:cNvPr id="8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47952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200"/>
            </a:lvl1pPr>
          </a:lstStyle>
          <a:p>
            <a:endParaRPr lang="en-GB" sz="800" dirty="0"/>
          </a:p>
        </p:txBody>
      </p:sp>
      <p:sp>
        <p:nvSpPr>
          <p:cNvPr id="9" name="Placeholdernummer 4"/>
          <p:cNvSpPr>
            <a:spLocks noGrp="1"/>
          </p:cNvSpPr>
          <p:nvPr>
            <p:ph type="sldNum" sz="quarter" idx="3"/>
          </p:nvPr>
        </p:nvSpPr>
        <p:spPr>
          <a:xfrm>
            <a:off x="3573000" y="8326800"/>
            <a:ext cx="27900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/>
            </a:lvl1pPr>
          </a:lstStyle>
          <a:p>
            <a:fld id="{8393B2BB-416B-4E85-A754-0B695991D3F5}" type="slidenum">
              <a:rPr lang="en-GB" sz="800" smtClean="0"/>
              <a:pPr/>
              <a:t>‹#›</a:t>
            </a:fld>
            <a:endParaRPr lang="en-GB" sz="8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717D1D-1C3C-4AED-8041-3B3A6829F9A7}"/>
              </a:ext>
            </a:extLst>
          </p:cNvPr>
          <p:cNvSpPr/>
          <p:nvPr/>
        </p:nvSpPr>
        <p:spPr>
          <a:xfrm>
            <a:off x="364342" y="8861490"/>
            <a:ext cx="1095172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750" dirty="0">
                <a:effectLst/>
                <a:ea typeface="Verdana" panose="020B0604030504040204" pitchFamily="34" charset="0"/>
                <a:cs typeface="Calibri" panose="020F0502020204030204" pitchFamily="34" charset="0"/>
              </a:rPr>
              <a:t>© copyright </a:t>
            </a:r>
            <a:r>
              <a:rPr lang="en-GB" sz="750" dirty="0">
                <a:ea typeface="Verdana" panose="020B0604030504040204" pitchFamily="34" charset="0"/>
                <a:cs typeface="Calibri" panose="020F0502020204030204" pitchFamily="34" charset="0"/>
              </a:rPr>
              <a:t>Worldline</a:t>
            </a:r>
            <a:endParaRPr lang="en-GB" sz="750" dirty="0"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65457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/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-Pictur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963613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525560"/>
            <a:ext cx="5486400" cy="363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[Text]</a:t>
            </a:r>
          </a:p>
        </p:txBody>
      </p:sp>
      <p:sp>
        <p:nvSpPr>
          <p:cNvPr id="8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38088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00"/>
            </a:lvl1pPr>
          </a:lstStyle>
          <a:p>
            <a:endParaRPr lang="en-GB" dirty="0"/>
          </a:p>
        </p:txBody>
      </p:sp>
      <p:sp>
        <p:nvSpPr>
          <p:cNvPr id="9" name="Frame date 2"/>
          <p:cNvSpPr>
            <a:spLocks noGrp="1"/>
          </p:cNvSpPr>
          <p:nvPr>
            <p:ph type="dt" idx="1"/>
          </p:nvPr>
        </p:nvSpPr>
        <p:spPr>
          <a:xfrm>
            <a:off x="3505200" y="3600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/>
            </a:lvl1pPr>
          </a:lstStyle>
          <a:p>
            <a:fld id="{66D87BF4-87F9-4694-AD8C-50CF69A6B1A5}" type="datetime1">
              <a:rPr lang="en-GB" smtClean="0"/>
              <a:pPr/>
              <a:t>26/06/2025</a:t>
            </a:fld>
            <a:endParaRPr lang="en-GB" dirty="0"/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088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800"/>
            </a:lvl1pPr>
          </a:lstStyle>
          <a:p>
            <a:endParaRPr lang="en-GB" dirty="0"/>
          </a:p>
        </p:txBody>
      </p:sp>
      <p:sp>
        <p:nvSpPr>
          <p:cNvPr id="11" name="Placeholdernummer 6"/>
          <p:cNvSpPr>
            <a:spLocks noGrp="1"/>
          </p:cNvSpPr>
          <p:nvPr>
            <p:ph type="sldNum" sz="quarter" idx="5"/>
          </p:nvPr>
        </p:nvSpPr>
        <p:spPr>
          <a:xfrm>
            <a:off x="3505320" y="832680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800"/>
            </a:lvl1pPr>
          </a:lstStyle>
          <a:p>
            <a:fld id="{697381A9-0C9E-4D3A-A28B-AC4E168A57BC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367120-DC02-4E21-A5BB-54FF9D1FDEC4}"/>
              </a:ext>
            </a:extLst>
          </p:cNvPr>
          <p:cNvSpPr/>
          <p:nvPr/>
        </p:nvSpPr>
        <p:spPr>
          <a:xfrm>
            <a:off x="364320" y="8861400"/>
            <a:ext cx="1095172" cy="20774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en-GB" sz="750" dirty="0">
                <a:effectLst/>
                <a:latin typeface="+mn-lt"/>
                <a:ea typeface="Verdana" panose="020B0604030504040204" pitchFamily="34" charset="0"/>
                <a:cs typeface="Calibri" panose="020F0502020204030204" pitchFamily="34" charset="0"/>
              </a:rPr>
              <a:t>© copyright Worldline</a:t>
            </a:r>
            <a:endParaRPr lang="en-GB" sz="750" dirty="0">
              <a:latin typeface="+mn-lt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60322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026734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92445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48813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753509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37128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[Title slide (Yellow-Green) with picture]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">
            <a:extLst>
              <a:ext uri="{FF2B5EF4-FFF2-40B4-BE49-F238E27FC236}">
                <a16:creationId xmlns:a16="http://schemas.microsoft.com/office/drawing/2014/main" id="{20B2EB6D-B866-3B65-B561-196224DCA18F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>
            <a:gsLst>
              <a:gs pos="0">
                <a:srgbClr val="00C4A8"/>
              </a:gs>
              <a:gs pos="24000">
                <a:srgbClr val="40CE8D"/>
              </a:gs>
              <a:gs pos="46000">
                <a:srgbClr val="7FD872"/>
              </a:gs>
              <a:gs pos="50000">
                <a:srgbClr val="8BDA6D"/>
              </a:gs>
              <a:gs pos="69000">
                <a:srgbClr val="BCE158"/>
              </a:gs>
              <a:gs pos="88000">
                <a:srgbClr val="EAE945"/>
              </a:gs>
              <a:gs pos="99000">
                <a:srgbClr val="FFEC3C"/>
              </a:gs>
            </a:gsLst>
            <a:lin ang="270000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6" name="Picture_placeholder JU 4  [PHJU] (JU-Free)">
            <a:extLst>
              <a:ext uri="{FF2B5EF4-FFF2-40B4-BE49-F238E27FC236}">
                <a16:creationId xmlns:a16="http://schemas.microsoft.com/office/drawing/2014/main" id="{D85807D4-5420-28AF-9C47-0CD0D891AD1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7" name="02_***Title 5">
            <a:extLst>
              <a:ext uri="{FF2B5EF4-FFF2-40B4-BE49-F238E27FC236}">
                <a16:creationId xmlns:a16="http://schemas.microsoft.com/office/drawing/2014/main" id="{DC4C7D7F-66E2-B5D8-AFF3-04AE9AE78E7A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440"/>
            <a:ext cx="3250800" cy="15944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 dirty="0"/>
              <a:t>[Title]</a:t>
            </a:r>
          </a:p>
        </p:txBody>
      </p:sp>
      <p:sp>
        <p:nvSpPr>
          <p:cNvPr id="9" name="Footer Placeholder 6">
            <a:extLst>
              <a:ext uri="{FF2B5EF4-FFF2-40B4-BE49-F238E27FC236}">
                <a16:creationId xmlns:a16="http://schemas.microsoft.com/office/drawing/2014/main" id="{AD868DE8-D3B6-28DF-2432-D61A0BD5E242}"/>
              </a:ext>
            </a:extLst>
          </p:cNvPr>
          <p:cNvSpPr>
            <a:spLocks noGrp="1" noSelect="1"/>
          </p:cNvSpPr>
          <p:nvPr>
            <p:ph type="ftr" sz="quarter" idx="16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3" name="New Freeform 5">
            <a:extLst>
              <a:ext uri="{FF2B5EF4-FFF2-40B4-BE49-F238E27FC236}">
                <a16:creationId xmlns:a16="http://schemas.microsoft.com/office/drawing/2014/main" id="{BAF9C898-D288-0027-EB86-2F01409D1547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839279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Green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ame 1">
            <a:extLst>
              <a:ext uri="{FF2B5EF4-FFF2-40B4-BE49-F238E27FC236}">
                <a16:creationId xmlns:a16="http://schemas.microsoft.com/office/drawing/2014/main" id="{20B2EB6D-B866-3B65-B561-196224DCA18F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 flip="none" rotWithShape="1">
            <a:gsLst>
              <a:gs pos="0">
                <a:srgbClr val="00C3A7"/>
              </a:gs>
              <a:gs pos="27000">
                <a:srgbClr val="00C0A5"/>
              </a:gs>
              <a:gs pos="49000">
                <a:srgbClr val="00B69F"/>
              </a:gs>
              <a:gs pos="69000">
                <a:srgbClr val="00A594"/>
              </a:gs>
              <a:gs pos="88000">
                <a:srgbClr val="008D85"/>
              </a:gs>
              <a:gs pos="100000">
                <a:srgbClr val="007978"/>
              </a:gs>
            </a:gsLst>
            <a:lin ang="27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6" name="Picture_placeholder JU 4  [PHJU] (JU-Free)">
            <a:extLst>
              <a:ext uri="{FF2B5EF4-FFF2-40B4-BE49-F238E27FC236}">
                <a16:creationId xmlns:a16="http://schemas.microsoft.com/office/drawing/2014/main" id="{924BB706-87F8-6945-AA3D-7B5C3CA2490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8" name="02_***Title 5">
            <a:extLst>
              <a:ext uri="{FF2B5EF4-FFF2-40B4-BE49-F238E27FC236}">
                <a16:creationId xmlns:a16="http://schemas.microsoft.com/office/drawing/2014/main" id="{70FA2F4D-23AB-3780-20FA-836C5ED0C457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581"/>
            <a:ext cx="3250846" cy="1594338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9" name="Frame footer 6">
            <a:extLst>
              <a:ext uri="{FF2B5EF4-FFF2-40B4-BE49-F238E27FC236}">
                <a16:creationId xmlns:a16="http://schemas.microsoft.com/office/drawing/2014/main" id="{F7F7D31D-E028-1A10-0241-6DCD48358EAA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  <a:prstGeom prst="rect">
            <a:avLst/>
          </a:prstGeo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3" name="New Freeform 5">
            <a:extLst>
              <a:ext uri="{FF2B5EF4-FFF2-40B4-BE49-F238E27FC236}">
                <a16:creationId xmlns:a16="http://schemas.microsoft.com/office/drawing/2014/main" id="{D8D6EA2A-D6B2-876D-314F-4CC628134DE7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0252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Green-Purple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CF9CB63D-9843-30C2-739E-454BCEC94E1C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270000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7" name="Picture_placeholder JU 4  [PHJU] (JU-Free)">
            <a:extLst>
              <a:ext uri="{FF2B5EF4-FFF2-40B4-BE49-F238E27FC236}">
                <a16:creationId xmlns:a16="http://schemas.microsoft.com/office/drawing/2014/main" id="{12972414-9CE8-BAC5-F22E-A1A10A2200A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9" name="02_***Title 5">
            <a:extLst>
              <a:ext uri="{FF2B5EF4-FFF2-40B4-BE49-F238E27FC236}">
                <a16:creationId xmlns:a16="http://schemas.microsoft.com/office/drawing/2014/main" id="{AEEF0330-1912-BDB6-B3DE-879485FC1DDF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581"/>
            <a:ext cx="3250846" cy="1594338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0" name="Frame footer 6">
            <a:extLst>
              <a:ext uri="{FF2B5EF4-FFF2-40B4-BE49-F238E27FC236}">
                <a16:creationId xmlns:a16="http://schemas.microsoft.com/office/drawing/2014/main" id="{135C308E-DBE8-9C5E-E815-9FCE2E2575A4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  <a:prstGeom prst="rect">
            <a:avLst/>
          </a:prstGeo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3" name="New Freeform 5">
            <a:extLst>
              <a:ext uri="{FF2B5EF4-FFF2-40B4-BE49-F238E27FC236}">
                <a16:creationId xmlns:a16="http://schemas.microsoft.com/office/drawing/2014/main" id="{48B43A14-AEDD-BC6E-E682-3C141E10FB9D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04975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Red-Purple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2512CD05-A26D-5923-78F8-3D9AF50EC7EE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 flip="none" rotWithShape="1">
            <a:gsLst>
              <a:gs pos="0">
                <a:srgbClr val="F24E3B"/>
              </a:gs>
              <a:gs pos="19000">
                <a:srgbClr val="DC4D53"/>
              </a:gs>
              <a:gs pos="34000">
                <a:srgbClr val="CB4D66"/>
              </a:gs>
              <a:gs pos="49000">
                <a:srgbClr val="BA4C79"/>
              </a:gs>
              <a:gs pos="66000">
                <a:srgbClr val="A74B8E"/>
              </a:gs>
              <a:gs pos="82000">
                <a:srgbClr val="944BA3"/>
              </a:gs>
              <a:gs pos="100000">
                <a:srgbClr val="804AB9"/>
              </a:gs>
            </a:gsLst>
            <a:lin ang="27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6" name="Picture_placeholder JU 4  [PHJU] (JU-Free)">
            <a:extLst>
              <a:ext uri="{FF2B5EF4-FFF2-40B4-BE49-F238E27FC236}">
                <a16:creationId xmlns:a16="http://schemas.microsoft.com/office/drawing/2014/main" id="{862705A3-EF5B-5799-ABC6-11B446496C3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10" name="02_***Title 5">
            <a:extLst>
              <a:ext uri="{FF2B5EF4-FFF2-40B4-BE49-F238E27FC236}">
                <a16:creationId xmlns:a16="http://schemas.microsoft.com/office/drawing/2014/main" id="{DF5E2E57-025E-F314-603B-8543728B0ADF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581"/>
            <a:ext cx="3250846" cy="1594338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1" name="Frame footer 6">
            <a:extLst>
              <a:ext uri="{FF2B5EF4-FFF2-40B4-BE49-F238E27FC236}">
                <a16:creationId xmlns:a16="http://schemas.microsoft.com/office/drawing/2014/main" id="{D881E884-E19A-C74C-76C7-7E015D3061E1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  <a:prstGeom prst="rect">
            <a:avLst/>
          </a:prstGeo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2" name="New Freeform 5">
            <a:extLst>
              <a:ext uri="{FF2B5EF4-FFF2-40B4-BE49-F238E27FC236}">
                <a16:creationId xmlns:a16="http://schemas.microsoft.com/office/drawing/2014/main" id="{0C7F27E0-130C-55D9-4EFA-A5DBE96E9EB4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38134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Yellow-Orange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2C24D884-9B96-1FA9-4C93-66CC6123993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 flip="none" rotWithShape="1">
            <a:gsLst>
              <a:gs pos="0">
                <a:srgbClr val="FF808E"/>
              </a:gs>
              <a:gs pos="18000">
                <a:srgbClr val="FF9485"/>
              </a:gs>
              <a:gs pos="37000">
                <a:srgbClr val="FFA87D"/>
              </a:gs>
              <a:gs pos="50000">
                <a:srgbClr val="FFB876"/>
              </a:gs>
              <a:gs pos="65000">
                <a:srgbClr val="FFC96F"/>
              </a:gs>
              <a:gs pos="82000">
                <a:srgbClr val="FFD769"/>
              </a:gs>
              <a:gs pos="100000">
                <a:srgbClr val="FFEB61"/>
              </a:gs>
            </a:gsLst>
            <a:lin ang="135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7" name="Picture_placeholder JU 4  [PHJU] (JU-Free)">
            <a:extLst>
              <a:ext uri="{FF2B5EF4-FFF2-40B4-BE49-F238E27FC236}">
                <a16:creationId xmlns:a16="http://schemas.microsoft.com/office/drawing/2014/main" id="{88FBA6B5-00CD-F6F7-1314-50DB36C0E3A2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9" name="02_***Title 5">
            <a:extLst>
              <a:ext uri="{FF2B5EF4-FFF2-40B4-BE49-F238E27FC236}">
                <a16:creationId xmlns:a16="http://schemas.microsoft.com/office/drawing/2014/main" id="{22018072-29C9-2D93-E97B-4F8F458D9587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581"/>
            <a:ext cx="3250846" cy="1594338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0" name="Frame footer 6">
            <a:extLst>
              <a:ext uri="{FF2B5EF4-FFF2-40B4-BE49-F238E27FC236}">
                <a16:creationId xmlns:a16="http://schemas.microsoft.com/office/drawing/2014/main" id="{91D89ECA-6545-3E91-3790-6FBC88E02097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  <a:prstGeom prst="rect">
            <a:avLst/>
          </a:prstGeo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2" name="New Freeform 5">
            <a:extLst>
              <a:ext uri="{FF2B5EF4-FFF2-40B4-BE49-F238E27FC236}">
                <a16:creationId xmlns:a16="http://schemas.microsoft.com/office/drawing/2014/main" id="{3C919168-524B-7177-1819-45BF4D8F7961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68448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Blue-Pink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B89FF45A-DACC-A80F-3E3C-38A13DE8F8C4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 flip="none" rotWithShape="1">
            <a:gsLst>
              <a:gs pos="88191">
                <a:srgbClr val="E17B8E"/>
              </a:gs>
              <a:gs pos="65908">
                <a:srgbClr val="A8738E"/>
              </a:gs>
              <a:gs pos="37283">
                <a:srgbClr val="5F688E"/>
              </a:gs>
              <a:gs pos="15906">
                <a:srgbClr val="28608F"/>
              </a:gs>
              <a:gs pos="74550">
                <a:srgbClr val="BE768E"/>
              </a:gs>
              <a:gs pos="24100">
                <a:srgbClr val="3D638F"/>
              </a:gs>
              <a:gs pos="0">
                <a:srgbClr val="005A8F"/>
              </a:gs>
              <a:gs pos="50000">
                <a:srgbClr val="7F6D8E"/>
              </a:gs>
              <a:gs pos="100000">
                <a:srgbClr val="FF808E"/>
              </a:gs>
            </a:gsLst>
            <a:lin ang="27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7" name="Picture_placeholder JU 4  [PHJU] (JU-Free)">
            <a:extLst>
              <a:ext uri="{FF2B5EF4-FFF2-40B4-BE49-F238E27FC236}">
                <a16:creationId xmlns:a16="http://schemas.microsoft.com/office/drawing/2014/main" id="{59098D1A-3C7B-2CB7-C74C-6D1A8F287DD3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9" name="02_***Title 5">
            <a:extLst>
              <a:ext uri="{FF2B5EF4-FFF2-40B4-BE49-F238E27FC236}">
                <a16:creationId xmlns:a16="http://schemas.microsoft.com/office/drawing/2014/main" id="{05EFC048-C029-E3F4-718D-62442251BEE7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581"/>
            <a:ext cx="3250846" cy="1594338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0" name="Frame footer 6">
            <a:extLst>
              <a:ext uri="{FF2B5EF4-FFF2-40B4-BE49-F238E27FC236}">
                <a16:creationId xmlns:a16="http://schemas.microsoft.com/office/drawing/2014/main" id="{91D3C779-D0D2-DDDA-7895-1238508AC5CA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  <a:prstGeom prst="rect">
            <a:avLst/>
          </a:prstGeo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2" name="New Freeform 5">
            <a:extLst>
              <a:ext uri="{FF2B5EF4-FFF2-40B4-BE49-F238E27FC236}">
                <a16:creationId xmlns:a16="http://schemas.microsoft.com/office/drawing/2014/main" id="{BE79E2CB-9B15-53DE-5598-B48D6A961422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4160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Blue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4A85D4C3-9070-9185-609D-6E5F84312DFA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 flip="none" rotWithShape="1">
            <a:gsLst>
              <a:gs pos="0">
                <a:srgbClr val="00B5D5"/>
              </a:gs>
              <a:gs pos="18000">
                <a:srgbClr val="00B4D4"/>
              </a:gs>
              <a:gs pos="30000">
                <a:srgbClr val="00B0D2"/>
              </a:gs>
              <a:gs pos="32000">
                <a:srgbClr val="00AFD1"/>
              </a:gs>
              <a:gs pos="45000">
                <a:srgbClr val="00AACD"/>
              </a:gs>
              <a:gs pos="54000">
                <a:srgbClr val="00A2C7"/>
              </a:gs>
              <a:gs pos="69000">
                <a:srgbClr val="0090B9"/>
              </a:gs>
              <a:gs pos="72000">
                <a:srgbClr val="008CB6"/>
              </a:gs>
              <a:gs pos="91000">
                <a:srgbClr val="006B9C"/>
              </a:gs>
              <a:gs pos="100000">
                <a:srgbClr val="005A8F"/>
              </a:gs>
            </a:gsLst>
            <a:lin ang="27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6" name="Picture_placeholder JU 4  [PHJU] (JU-Free)">
            <a:extLst>
              <a:ext uri="{FF2B5EF4-FFF2-40B4-BE49-F238E27FC236}">
                <a16:creationId xmlns:a16="http://schemas.microsoft.com/office/drawing/2014/main" id="{BF84B2F7-B2BE-8B0D-7375-EB4E06C55236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10" name="02_***Title 5">
            <a:extLst>
              <a:ext uri="{FF2B5EF4-FFF2-40B4-BE49-F238E27FC236}">
                <a16:creationId xmlns:a16="http://schemas.microsoft.com/office/drawing/2014/main" id="{B75AAF21-79A8-1498-C0AD-4AF067B2D990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581"/>
            <a:ext cx="3250846" cy="1594338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1" name="Frame footer 6">
            <a:extLst>
              <a:ext uri="{FF2B5EF4-FFF2-40B4-BE49-F238E27FC236}">
                <a16:creationId xmlns:a16="http://schemas.microsoft.com/office/drawing/2014/main" id="{B91A5CD6-2D78-A807-3B44-F6DE77F5B66A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  <a:prstGeom prst="rect">
            <a:avLst/>
          </a:prstGeo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2" name="New Freeform 5">
            <a:extLst>
              <a:ext uri="{FF2B5EF4-FFF2-40B4-BE49-F238E27FC236}">
                <a16:creationId xmlns:a16="http://schemas.microsoft.com/office/drawing/2014/main" id="{CBC94C98-8060-E4F2-2BA9-2D13DD9DBDF0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98697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Title slide (Orange-Yellow) with picture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ame 1">
            <a:extLst>
              <a:ext uri="{FF2B5EF4-FFF2-40B4-BE49-F238E27FC236}">
                <a16:creationId xmlns:a16="http://schemas.microsoft.com/office/drawing/2014/main" id="{865E221E-05CB-A2CC-E94A-90C9CB341BE3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3368279" y="0"/>
            <a:ext cx="5600700" cy="5143500"/>
          </a:xfrm>
          <a:custGeom>
            <a:avLst/>
            <a:gdLst>
              <a:gd name="T0" fmla="*/ 22614 w 23542"/>
              <a:gd name="T1" fmla="*/ 6226 h 21621"/>
              <a:gd name="T2" fmla="*/ 20094 w 23542"/>
              <a:gd name="T3" fmla="*/ 2487 h 21621"/>
              <a:gd name="T4" fmla="*/ 16431 w 23542"/>
              <a:gd name="T5" fmla="*/ 0 h 21621"/>
              <a:gd name="T6" fmla="*/ 7111 w 23542"/>
              <a:gd name="T7" fmla="*/ 0 h 21621"/>
              <a:gd name="T8" fmla="*/ 3448 w 23542"/>
              <a:gd name="T9" fmla="*/ 2487 h 21621"/>
              <a:gd name="T10" fmla="*/ 928 w 23542"/>
              <a:gd name="T11" fmla="*/ 6226 h 21621"/>
              <a:gd name="T12" fmla="*/ 0 w 23542"/>
              <a:gd name="T13" fmla="*/ 10810 h 21621"/>
              <a:gd name="T14" fmla="*/ 928 w 23542"/>
              <a:gd name="T15" fmla="*/ 15394 h 21621"/>
              <a:gd name="T16" fmla="*/ 3448 w 23542"/>
              <a:gd name="T17" fmla="*/ 19133 h 21621"/>
              <a:gd name="T18" fmla="*/ 7111 w 23542"/>
              <a:gd name="T19" fmla="*/ 21621 h 21621"/>
              <a:gd name="T20" fmla="*/ 16431 w 23542"/>
              <a:gd name="T21" fmla="*/ 21621 h 21621"/>
              <a:gd name="T22" fmla="*/ 20094 w 23542"/>
              <a:gd name="T23" fmla="*/ 19133 h 21621"/>
              <a:gd name="T24" fmla="*/ 22614 w 23542"/>
              <a:gd name="T25" fmla="*/ 15394 h 21621"/>
              <a:gd name="T26" fmla="*/ 23542 w 23542"/>
              <a:gd name="T27" fmla="*/ 10810 h 21621"/>
              <a:gd name="T28" fmla="*/ 22614 w 23542"/>
              <a:gd name="T29" fmla="*/ 6226 h 21621"/>
              <a:gd name="T30" fmla="*/ 11771 w 23542"/>
              <a:gd name="T31" fmla="*/ 16107 h 21621"/>
              <a:gd name="T32" fmla="*/ 6474 w 23542"/>
              <a:gd name="T33" fmla="*/ 10810 h 21621"/>
              <a:gd name="T34" fmla="*/ 11771 w 23542"/>
              <a:gd name="T35" fmla="*/ 5513 h 21621"/>
              <a:gd name="T36" fmla="*/ 17068 w 23542"/>
              <a:gd name="T37" fmla="*/ 10810 h 21621"/>
              <a:gd name="T38" fmla="*/ 11771 w 23542"/>
              <a:gd name="T39" fmla="*/ 16107 h 216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3542" h="21621">
                <a:moveTo>
                  <a:pt x="22614" y="6226"/>
                </a:moveTo>
                <a:cubicBezTo>
                  <a:pt x="22021" y="4824"/>
                  <a:pt x="21173" y="3566"/>
                  <a:pt x="20094" y="2487"/>
                </a:cubicBezTo>
                <a:cubicBezTo>
                  <a:pt x="19035" y="1428"/>
                  <a:pt x="17803" y="591"/>
                  <a:pt x="16431" y="0"/>
                </a:cubicBezTo>
                <a:cubicBezTo>
                  <a:pt x="7111" y="0"/>
                  <a:pt x="7111" y="0"/>
                  <a:pt x="7111" y="0"/>
                </a:cubicBezTo>
                <a:cubicBezTo>
                  <a:pt x="5739" y="591"/>
                  <a:pt x="4507" y="1428"/>
                  <a:pt x="3448" y="2487"/>
                </a:cubicBezTo>
                <a:cubicBezTo>
                  <a:pt x="2369" y="3566"/>
                  <a:pt x="1521" y="4824"/>
                  <a:pt x="928" y="6226"/>
                </a:cubicBezTo>
                <a:cubicBezTo>
                  <a:pt x="313" y="7682"/>
                  <a:pt x="0" y="9224"/>
                  <a:pt x="0" y="10810"/>
                </a:cubicBezTo>
                <a:cubicBezTo>
                  <a:pt x="0" y="12396"/>
                  <a:pt x="313" y="13938"/>
                  <a:pt x="928" y="15394"/>
                </a:cubicBezTo>
                <a:cubicBezTo>
                  <a:pt x="1521" y="16796"/>
                  <a:pt x="2369" y="18054"/>
                  <a:pt x="3448" y="19133"/>
                </a:cubicBezTo>
                <a:cubicBezTo>
                  <a:pt x="4507" y="20193"/>
                  <a:pt x="5739" y="21029"/>
                  <a:pt x="7111" y="21621"/>
                </a:cubicBezTo>
                <a:cubicBezTo>
                  <a:pt x="16431" y="21621"/>
                  <a:pt x="16431" y="21621"/>
                  <a:pt x="16431" y="21621"/>
                </a:cubicBezTo>
                <a:cubicBezTo>
                  <a:pt x="17803" y="21029"/>
                  <a:pt x="19035" y="20193"/>
                  <a:pt x="20094" y="19133"/>
                </a:cubicBezTo>
                <a:cubicBezTo>
                  <a:pt x="21173" y="18054"/>
                  <a:pt x="22021" y="16796"/>
                  <a:pt x="22614" y="15394"/>
                </a:cubicBezTo>
                <a:cubicBezTo>
                  <a:pt x="23230" y="13938"/>
                  <a:pt x="23542" y="12396"/>
                  <a:pt x="23542" y="10810"/>
                </a:cubicBezTo>
                <a:cubicBezTo>
                  <a:pt x="23542" y="9224"/>
                  <a:pt x="23230" y="7682"/>
                  <a:pt x="22614" y="6226"/>
                </a:cubicBezTo>
                <a:close/>
                <a:moveTo>
                  <a:pt x="11771" y="16107"/>
                </a:moveTo>
                <a:cubicBezTo>
                  <a:pt x="8846" y="16107"/>
                  <a:pt x="6474" y="13736"/>
                  <a:pt x="6474" y="10810"/>
                </a:cubicBezTo>
                <a:cubicBezTo>
                  <a:pt x="6474" y="7885"/>
                  <a:pt x="8846" y="5513"/>
                  <a:pt x="11771" y="5513"/>
                </a:cubicBezTo>
                <a:cubicBezTo>
                  <a:pt x="14697" y="5513"/>
                  <a:pt x="17068" y="7885"/>
                  <a:pt x="17068" y="10810"/>
                </a:cubicBezTo>
                <a:cubicBezTo>
                  <a:pt x="17068" y="13736"/>
                  <a:pt x="14697" y="16107"/>
                  <a:pt x="11771" y="16107"/>
                </a:cubicBezTo>
                <a:close/>
              </a:path>
            </a:pathLst>
          </a:custGeom>
          <a:gradFill>
            <a:gsLst>
              <a:gs pos="0">
                <a:srgbClr val="F08791"/>
              </a:gs>
              <a:gs pos="22000">
                <a:srgbClr val="F39D8C"/>
              </a:gs>
              <a:gs pos="37000">
                <a:srgbClr val="F6AD88"/>
              </a:gs>
              <a:gs pos="52000">
                <a:srgbClr val="F8BB84"/>
              </a:gs>
              <a:gs pos="70000">
                <a:srgbClr val="FBCD7F"/>
              </a:gs>
              <a:gs pos="86000">
                <a:srgbClr val="FDDD7B"/>
              </a:gs>
              <a:gs pos="100000">
                <a:srgbClr val="FFEB78"/>
              </a:gs>
            </a:gsLst>
            <a:lin ang="270000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1" name="Rectangle 2">
            <a:extLst>
              <a:ext uri="{FF2B5EF4-FFF2-40B4-BE49-F238E27FC236}">
                <a16:creationId xmlns:a16="http://schemas.microsoft.com/office/drawing/2014/main" id="{9D83A4EA-1EED-37C1-1442-53F4C2A4A4E0}"/>
              </a:ext>
            </a:extLst>
          </p:cNvPr>
          <p:cNvSpPr>
            <a:spLocks noSelect="1"/>
          </p:cNvSpPr>
          <p:nvPr userDrawn="1"/>
        </p:nvSpPr>
        <p:spPr>
          <a:xfrm>
            <a:off x="0" y="0"/>
            <a:ext cx="91449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013" dirty="0"/>
          </a:p>
        </p:txBody>
      </p:sp>
      <p:sp>
        <p:nvSpPr>
          <p:cNvPr id="6" name="Picture_placeholder JU 4  [PHJU] (JU-Free)">
            <a:extLst>
              <a:ext uri="{FF2B5EF4-FFF2-40B4-BE49-F238E27FC236}">
                <a16:creationId xmlns:a16="http://schemas.microsoft.com/office/drawing/2014/main" id="{51D2E179-4953-0D40-1670-B8A58414A8F1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4895825" y="1298947"/>
            <a:ext cx="2546801" cy="2545586"/>
          </a:xfrm>
          <a:custGeom>
            <a:avLst/>
            <a:gdLst>
              <a:gd name="connsiteX0" fmla="*/ 2546800 w 2546801"/>
              <a:gd name="connsiteY0" fmla="*/ 2545585 h 2545586"/>
              <a:gd name="connsiteX1" fmla="*/ 2546801 w 2546801"/>
              <a:gd name="connsiteY1" fmla="*/ 2545585 h 2545586"/>
              <a:gd name="connsiteX2" fmla="*/ 2546801 w 2546801"/>
              <a:gd name="connsiteY2" fmla="*/ 2545586 h 2545586"/>
              <a:gd name="connsiteX3" fmla="*/ 2546800 w 2546801"/>
              <a:gd name="connsiteY3" fmla="*/ 2545586 h 2545586"/>
              <a:gd name="connsiteX4" fmla="*/ 2546786 w 2546801"/>
              <a:gd name="connsiteY4" fmla="*/ 2545583 h 2545586"/>
              <a:gd name="connsiteX5" fmla="*/ 2546787 w 2546801"/>
              <a:gd name="connsiteY5" fmla="*/ 2545583 h 2545586"/>
              <a:gd name="connsiteX6" fmla="*/ 2546787 w 2546801"/>
              <a:gd name="connsiteY6" fmla="*/ 2545584 h 2545586"/>
              <a:gd name="connsiteX7" fmla="*/ 2546786 w 2546801"/>
              <a:gd name="connsiteY7" fmla="*/ 2545584 h 2545586"/>
              <a:gd name="connsiteX8" fmla="*/ 1273384 w 2546801"/>
              <a:gd name="connsiteY8" fmla="*/ 26 h 2545586"/>
              <a:gd name="connsiteX9" fmla="*/ 1273414 w 2546801"/>
              <a:gd name="connsiteY9" fmla="*/ 26 h 2545586"/>
              <a:gd name="connsiteX10" fmla="*/ 1403595 w 2546801"/>
              <a:gd name="connsiteY10" fmla="*/ 6597 h 2545586"/>
              <a:gd name="connsiteX11" fmla="*/ 2546773 w 2546801"/>
              <a:gd name="connsiteY11" fmla="*/ 1272804 h 2545586"/>
              <a:gd name="connsiteX12" fmla="*/ 1273399 w 2546801"/>
              <a:gd name="connsiteY12" fmla="*/ 2545582 h 2545586"/>
              <a:gd name="connsiteX13" fmla="*/ 6600 w 2546801"/>
              <a:gd name="connsiteY13" fmla="*/ 1402938 h 2545586"/>
              <a:gd name="connsiteX14" fmla="*/ 26 w 2546801"/>
              <a:gd name="connsiteY14" fmla="*/ 1272819 h 2545586"/>
              <a:gd name="connsiteX15" fmla="*/ 26 w 2546801"/>
              <a:gd name="connsiteY15" fmla="*/ 1272789 h 2545586"/>
              <a:gd name="connsiteX16" fmla="*/ 6600 w 2546801"/>
              <a:gd name="connsiteY16" fmla="*/ 1142670 h 2545586"/>
              <a:gd name="connsiteX17" fmla="*/ 1143205 w 2546801"/>
              <a:gd name="connsiteY17" fmla="*/ 6597 h 2545586"/>
              <a:gd name="connsiteX18" fmla="*/ 13 w 2546801"/>
              <a:gd name="connsiteY18" fmla="*/ 13 h 2545586"/>
              <a:gd name="connsiteX19" fmla="*/ 14 w 2546801"/>
              <a:gd name="connsiteY19" fmla="*/ 13 h 2545586"/>
              <a:gd name="connsiteX20" fmla="*/ 14 w 2546801"/>
              <a:gd name="connsiteY20" fmla="*/ 15 h 2545586"/>
              <a:gd name="connsiteX21" fmla="*/ 13 w 2546801"/>
              <a:gd name="connsiteY21" fmla="*/ 15 h 2545586"/>
              <a:gd name="connsiteX22" fmla="*/ 0 w 2546801"/>
              <a:gd name="connsiteY22" fmla="*/ 0 h 2545586"/>
              <a:gd name="connsiteX23" fmla="*/ 1 w 2546801"/>
              <a:gd name="connsiteY23" fmla="*/ 0 h 2545586"/>
              <a:gd name="connsiteX24" fmla="*/ 1 w 2546801"/>
              <a:gd name="connsiteY24" fmla="*/ 2 h 2545586"/>
              <a:gd name="connsiteX25" fmla="*/ 0 w 2546801"/>
              <a:gd name="connsiteY25" fmla="*/ 2 h 2545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546801" h="2545586">
                <a:moveTo>
                  <a:pt x="2546800" y="2545585"/>
                </a:moveTo>
                <a:lnTo>
                  <a:pt x="2546801" y="2545585"/>
                </a:lnTo>
                <a:lnTo>
                  <a:pt x="2546801" y="2545586"/>
                </a:lnTo>
                <a:lnTo>
                  <a:pt x="2546800" y="2545586"/>
                </a:lnTo>
                <a:close/>
                <a:moveTo>
                  <a:pt x="2546786" y="2545583"/>
                </a:moveTo>
                <a:lnTo>
                  <a:pt x="2546787" y="2545583"/>
                </a:lnTo>
                <a:lnTo>
                  <a:pt x="2546787" y="2545584"/>
                </a:lnTo>
                <a:lnTo>
                  <a:pt x="2546786" y="2545584"/>
                </a:lnTo>
                <a:close/>
                <a:moveTo>
                  <a:pt x="1273384" y="26"/>
                </a:moveTo>
                <a:lnTo>
                  <a:pt x="1273414" y="26"/>
                </a:lnTo>
                <a:lnTo>
                  <a:pt x="1403595" y="6597"/>
                </a:lnTo>
                <a:cubicBezTo>
                  <a:pt x="2045701" y="71776"/>
                  <a:pt x="2546773" y="613801"/>
                  <a:pt x="2546773" y="1272804"/>
                </a:cubicBezTo>
                <a:cubicBezTo>
                  <a:pt x="2546773" y="1975740"/>
                  <a:pt x="1976664" y="2545582"/>
                  <a:pt x="1273399" y="2545582"/>
                </a:cubicBezTo>
                <a:cubicBezTo>
                  <a:pt x="614089" y="2545582"/>
                  <a:pt x="71809" y="2044744"/>
                  <a:pt x="6600" y="1402938"/>
                </a:cubicBezTo>
                <a:lnTo>
                  <a:pt x="26" y="1272819"/>
                </a:lnTo>
                <a:lnTo>
                  <a:pt x="26" y="1272789"/>
                </a:lnTo>
                <a:lnTo>
                  <a:pt x="6600" y="1142670"/>
                </a:lnTo>
                <a:cubicBezTo>
                  <a:pt x="67462" y="543651"/>
                  <a:pt x="543905" y="67430"/>
                  <a:pt x="1143205" y="6597"/>
                </a:cubicBez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noFill/>
          <a:ln/>
        </p:spPr>
        <p:txBody>
          <a:bodyPr wrap="square" lIns="0" tIns="0" rIns="0" bIns="0" anchor="ctr">
            <a:noAutofit/>
          </a:bodyPr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Tx/>
              <a:buNone/>
              <a:defRPr sz="1200" b="0"/>
            </a:lvl1pPr>
          </a:lstStyle>
          <a:p>
            <a:r>
              <a:rPr lang="en-GB" dirty="0"/>
              <a:t>[Picture]</a:t>
            </a:r>
          </a:p>
        </p:txBody>
      </p:sp>
      <p:sp>
        <p:nvSpPr>
          <p:cNvPr id="8" name="02_***Title 5">
            <a:extLst>
              <a:ext uri="{FF2B5EF4-FFF2-40B4-BE49-F238E27FC236}">
                <a16:creationId xmlns:a16="http://schemas.microsoft.com/office/drawing/2014/main" id="{7E6046B1-8184-FA55-C65E-14FB40C9A854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1774581"/>
            <a:ext cx="3250846" cy="1594338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9" name="Frame footer 6">
            <a:extLst>
              <a:ext uri="{FF2B5EF4-FFF2-40B4-BE49-F238E27FC236}">
                <a16:creationId xmlns:a16="http://schemas.microsoft.com/office/drawing/2014/main" id="{D833934D-29AC-1B25-0F42-50F305620987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  <a:prstGeom prst="rect">
            <a:avLst/>
          </a:prstGeo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2" name="New Freeform 5">
            <a:extLst>
              <a:ext uri="{FF2B5EF4-FFF2-40B4-BE49-F238E27FC236}">
                <a16:creationId xmlns:a16="http://schemas.microsoft.com/office/drawing/2014/main" id="{C08FD459-30BC-46F2-9EB6-2327FEFF43F9}"/>
              </a:ext>
            </a:extLst>
          </p:cNvPr>
          <p:cNvSpPr>
            <a:spLocks noSelect="1" noEditPoints="1"/>
          </p:cNvSpPr>
          <p:nvPr userDrawn="1"/>
        </p:nvSpPr>
        <p:spPr bwMode="auto">
          <a:xfrm>
            <a:off x="358775" y="239714"/>
            <a:ext cx="1273175" cy="93663"/>
          </a:xfrm>
          <a:custGeom>
            <a:avLst/>
            <a:gdLst>
              <a:gd name="T0" fmla="*/ 5254 w 5351"/>
              <a:gd name="T1" fmla="*/ 104 h 392"/>
              <a:gd name="T2" fmla="*/ 5284 w 5351"/>
              <a:gd name="T3" fmla="*/ 80 h 392"/>
              <a:gd name="T4" fmla="*/ 5303 w 5351"/>
              <a:gd name="T5" fmla="*/ 284 h 392"/>
              <a:gd name="T6" fmla="*/ 5111 w 5351"/>
              <a:gd name="T7" fmla="*/ 303 h 392"/>
              <a:gd name="T8" fmla="*/ 4974 w 5351"/>
              <a:gd name="T9" fmla="*/ 131 h 392"/>
              <a:gd name="T10" fmla="*/ 5026 w 5351"/>
              <a:gd name="T11" fmla="*/ 72 h 392"/>
              <a:gd name="T12" fmla="*/ 4749 w 5351"/>
              <a:gd name="T13" fmla="*/ 116 h 392"/>
              <a:gd name="T14" fmla="*/ 4699 w 5351"/>
              <a:gd name="T15" fmla="*/ 129 h 392"/>
              <a:gd name="T16" fmla="*/ 4840 w 5351"/>
              <a:gd name="T17" fmla="*/ 88 h 392"/>
              <a:gd name="T18" fmla="*/ 4364 w 5351"/>
              <a:gd name="T19" fmla="*/ 76 h 392"/>
              <a:gd name="T20" fmla="*/ 4232 w 5351"/>
              <a:gd name="T21" fmla="*/ 72 h 392"/>
              <a:gd name="T22" fmla="*/ 4130 w 5351"/>
              <a:gd name="T23" fmla="*/ 303 h 392"/>
              <a:gd name="T24" fmla="*/ 4076 w 5351"/>
              <a:gd name="T25" fmla="*/ 76 h 392"/>
              <a:gd name="T26" fmla="*/ 3900 w 5351"/>
              <a:gd name="T27" fmla="*/ 220 h 392"/>
              <a:gd name="T28" fmla="*/ 4041 w 5351"/>
              <a:gd name="T29" fmla="*/ 76 h 392"/>
              <a:gd name="T30" fmla="*/ 3755 w 5351"/>
              <a:gd name="T31" fmla="*/ 104 h 392"/>
              <a:gd name="T32" fmla="*/ 3654 w 5351"/>
              <a:gd name="T33" fmla="*/ 190 h 392"/>
              <a:gd name="T34" fmla="*/ 3598 w 5351"/>
              <a:gd name="T35" fmla="*/ 76 h 392"/>
              <a:gd name="T36" fmla="*/ 3481 w 5351"/>
              <a:gd name="T37" fmla="*/ 356 h 392"/>
              <a:gd name="T38" fmla="*/ 3274 w 5351"/>
              <a:gd name="T39" fmla="*/ 76 h 392"/>
              <a:gd name="T40" fmla="*/ 3041 w 5351"/>
              <a:gd name="T41" fmla="*/ 76 h 392"/>
              <a:gd name="T42" fmla="*/ 2922 w 5351"/>
              <a:gd name="T43" fmla="*/ 264 h 392"/>
              <a:gd name="T44" fmla="*/ 2944 w 5351"/>
              <a:gd name="T45" fmla="*/ 148 h 392"/>
              <a:gd name="T46" fmla="*/ 2832 w 5351"/>
              <a:gd name="T47" fmla="*/ 292 h 392"/>
              <a:gd name="T48" fmla="*/ 2769 w 5351"/>
              <a:gd name="T49" fmla="*/ 108 h 392"/>
              <a:gd name="T50" fmla="*/ 2691 w 5351"/>
              <a:gd name="T51" fmla="*/ 76 h 392"/>
              <a:gd name="T52" fmla="*/ 2470 w 5351"/>
              <a:gd name="T53" fmla="*/ 257 h 392"/>
              <a:gd name="T54" fmla="*/ 2563 w 5351"/>
              <a:gd name="T55" fmla="*/ 231 h 392"/>
              <a:gd name="T56" fmla="*/ 2419 w 5351"/>
              <a:gd name="T57" fmla="*/ 248 h 392"/>
              <a:gd name="T58" fmla="*/ 2507 w 5351"/>
              <a:gd name="T59" fmla="*/ 361 h 392"/>
              <a:gd name="T60" fmla="*/ 2590 w 5351"/>
              <a:gd name="T61" fmla="*/ 356 h 392"/>
              <a:gd name="T62" fmla="*/ 2105 w 5351"/>
              <a:gd name="T63" fmla="*/ 233 h 392"/>
              <a:gd name="T64" fmla="*/ 2218 w 5351"/>
              <a:gd name="T65" fmla="*/ 88 h 392"/>
              <a:gd name="T66" fmla="*/ 2253 w 5351"/>
              <a:gd name="T67" fmla="*/ 251 h 392"/>
              <a:gd name="T68" fmla="*/ 1961 w 5351"/>
              <a:gd name="T69" fmla="*/ 279 h 392"/>
              <a:gd name="T70" fmla="*/ 2033 w 5351"/>
              <a:gd name="T71" fmla="*/ 76 h 392"/>
              <a:gd name="T72" fmla="*/ 1771 w 5351"/>
              <a:gd name="T73" fmla="*/ 201 h 392"/>
              <a:gd name="T74" fmla="*/ 1698 w 5351"/>
              <a:gd name="T75" fmla="*/ 276 h 392"/>
              <a:gd name="T76" fmla="*/ 1661 w 5351"/>
              <a:gd name="T77" fmla="*/ 81 h 392"/>
              <a:gd name="T78" fmla="*/ 1655 w 5351"/>
              <a:gd name="T79" fmla="*/ 136 h 392"/>
              <a:gd name="T80" fmla="*/ 1534 w 5351"/>
              <a:gd name="T81" fmla="*/ 299 h 392"/>
              <a:gd name="T82" fmla="*/ 1537 w 5351"/>
              <a:gd name="T83" fmla="*/ 76 h 392"/>
              <a:gd name="T84" fmla="*/ 1581 w 5351"/>
              <a:gd name="T85" fmla="*/ 270 h 392"/>
              <a:gd name="T86" fmla="*/ 1298 w 5351"/>
              <a:gd name="T87" fmla="*/ 132 h 392"/>
              <a:gd name="T88" fmla="*/ 1358 w 5351"/>
              <a:gd name="T89" fmla="*/ 73 h 392"/>
              <a:gd name="T90" fmla="*/ 1178 w 5351"/>
              <a:gd name="T91" fmla="*/ 170 h 392"/>
              <a:gd name="T92" fmla="*/ 1065 w 5351"/>
              <a:gd name="T93" fmla="*/ 292 h 392"/>
              <a:gd name="T94" fmla="*/ 1084 w 5351"/>
              <a:gd name="T95" fmla="*/ 267 h 392"/>
              <a:gd name="T96" fmla="*/ 972 w 5351"/>
              <a:gd name="T97" fmla="*/ 303 h 392"/>
              <a:gd name="T98" fmla="*/ 808 w 5351"/>
              <a:gd name="T99" fmla="*/ 147 h 392"/>
              <a:gd name="T100" fmla="*/ 713 w 5351"/>
              <a:gd name="T101" fmla="*/ 76 h 392"/>
              <a:gd name="T102" fmla="*/ 904 w 5351"/>
              <a:gd name="T103" fmla="*/ 73 h 392"/>
              <a:gd name="T104" fmla="*/ 458 w 5351"/>
              <a:gd name="T105" fmla="*/ 384 h 392"/>
              <a:gd name="T106" fmla="*/ 544 w 5351"/>
              <a:gd name="T107" fmla="*/ 256 h 392"/>
              <a:gd name="T108" fmla="*/ 296 w 5351"/>
              <a:gd name="T109" fmla="*/ 207 h 392"/>
              <a:gd name="T110" fmla="*/ 332 w 5351"/>
              <a:gd name="T111" fmla="*/ 73 h 392"/>
              <a:gd name="T112" fmla="*/ 380 w 5351"/>
              <a:gd name="T113" fmla="*/ 151 h 392"/>
              <a:gd name="T114" fmla="*/ 274 w 5351"/>
              <a:gd name="T115" fmla="*/ 300 h 392"/>
              <a:gd name="T116" fmla="*/ 406 w 5351"/>
              <a:gd name="T117" fmla="*/ 110 h 392"/>
              <a:gd name="T118" fmla="*/ 159 w 5351"/>
              <a:gd name="T119" fmla="*/ 63 h 392"/>
              <a:gd name="T120" fmla="*/ 100 w 5351"/>
              <a:gd name="T121" fmla="*/ 192 h 3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</a:cxnLst>
            <a:rect l="0" t="0" r="r" b="b"/>
            <a:pathLst>
              <a:path w="5351" h="392">
                <a:moveTo>
                  <a:pt x="5310" y="235"/>
                </a:moveTo>
                <a:cubicBezTo>
                  <a:pt x="5305" y="247"/>
                  <a:pt x="5298" y="257"/>
                  <a:pt x="5289" y="265"/>
                </a:cubicBezTo>
                <a:cubicBezTo>
                  <a:pt x="5279" y="273"/>
                  <a:pt x="5268" y="275"/>
                  <a:pt x="5254" y="275"/>
                </a:cubicBezTo>
                <a:cubicBezTo>
                  <a:pt x="5239" y="275"/>
                  <a:pt x="5227" y="272"/>
                  <a:pt x="5218" y="264"/>
                </a:cubicBezTo>
                <a:cubicBezTo>
                  <a:pt x="5209" y="256"/>
                  <a:pt x="5201" y="246"/>
                  <a:pt x="5196" y="233"/>
                </a:cubicBezTo>
                <a:cubicBezTo>
                  <a:pt x="5191" y="220"/>
                  <a:pt x="5189" y="205"/>
                  <a:pt x="5189" y="189"/>
                </a:cubicBezTo>
                <a:cubicBezTo>
                  <a:pt x="5189" y="173"/>
                  <a:pt x="5191" y="159"/>
                  <a:pt x="5196" y="146"/>
                </a:cubicBezTo>
                <a:cubicBezTo>
                  <a:pt x="5201" y="133"/>
                  <a:pt x="5209" y="123"/>
                  <a:pt x="5218" y="115"/>
                </a:cubicBezTo>
                <a:cubicBezTo>
                  <a:pt x="5227" y="108"/>
                  <a:pt x="5239" y="104"/>
                  <a:pt x="5254" y="104"/>
                </a:cubicBezTo>
                <a:cubicBezTo>
                  <a:pt x="5268" y="104"/>
                  <a:pt x="5279" y="108"/>
                  <a:pt x="5289" y="115"/>
                </a:cubicBezTo>
                <a:cubicBezTo>
                  <a:pt x="5298" y="122"/>
                  <a:pt x="5305" y="131"/>
                  <a:pt x="5311" y="144"/>
                </a:cubicBezTo>
                <a:cubicBezTo>
                  <a:pt x="5316" y="158"/>
                  <a:pt x="5317" y="172"/>
                  <a:pt x="5317" y="189"/>
                </a:cubicBezTo>
                <a:cubicBezTo>
                  <a:pt x="5317" y="206"/>
                  <a:pt x="5316" y="221"/>
                  <a:pt x="5310" y="235"/>
                </a:cubicBezTo>
                <a:close/>
                <a:moveTo>
                  <a:pt x="5317" y="0"/>
                </a:moveTo>
                <a:cubicBezTo>
                  <a:pt x="5317" y="112"/>
                  <a:pt x="5317" y="112"/>
                  <a:pt x="5317" y="112"/>
                </a:cubicBezTo>
                <a:cubicBezTo>
                  <a:pt x="5314" y="112"/>
                  <a:pt x="5314" y="112"/>
                  <a:pt x="5314" y="112"/>
                </a:cubicBezTo>
                <a:cubicBezTo>
                  <a:pt x="5312" y="108"/>
                  <a:pt x="5308" y="103"/>
                  <a:pt x="5303" y="97"/>
                </a:cubicBezTo>
                <a:cubicBezTo>
                  <a:pt x="5299" y="90"/>
                  <a:pt x="5293" y="85"/>
                  <a:pt x="5284" y="80"/>
                </a:cubicBezTo>
                <a:cubicBezTo>
                  <a:pt x="5275" y="75"/>
                  <a:pt x="5264" y="73"/>
                  <a:pt x="5249" y="73"/>
                </a:cubicBezTo>
                <a:cubicBezTo>
                  <a:pt x="5232" y="73"/>
                  <a:pt x="5214" y="78"/>
                  <a:pt x="5200" y="87"/>
                </a:cubicBezTo>
                <a:cubicBezTo>
                  <a:pt x="5186" y="97"/>
                  <a:pt x="5175" y="110"/>
                  <a:pt x="5166" y="128"/>
                </a:cubicBezTo>
                <a:cubicBezTo>
                  <a:pt x="5159" y="145"/>
                  <a:pt x="5155" y="166"/>
                  <a:pt x="5155" y="190"/>
                </a:cubicBezTo>
                <a:cubicBezTo>
                  <a:pt x="5155" y="213"/>
                  <a:pt x="5159" y="235"/>
                  <a:pt x="5166" y="252"/>
                </a:cubicBezTo>
                <a:cubicBezTo>
                  <a:pt x="5175" y="270"/>
                  <a:pt x="5186" y="284"/>
                  <a:pt x="5200" y="293"/>
                </a:cubicBezTo>
                <a:cubicBezTo>
                  <a:pt x="5214" y="302"/>
                  <a:pt x="5231" y="307"/>
                  <a:pt x="5249" y="307"/>
                </a:cubicBezTo>
                <a:cubicBezTo>
                  <a:pt x="5264" y="307"/>
                  <a:pt x="5274" y="305"/>
                  <a:pt x="5283" y="300"/>
                </a:cubicBezTo>
                <a:cubicBezTo>
                  <a:pt x="5292" y="295"/>
                  <a:pt x="5298" y="289"/>
                  <a:pt x="5303" y="284"/>
                </a:cubicBezTo>
                <a:cubicBezTo>
                  <a:pt x="5308" y="276"/>
                  <a:pt x="5312" y="272"/>
                  <a:pt x="5314" y="268"/>
                </a:cubicBezTo>
                <a:cubicBezTo>
                  <a:pt x="5318" y="268"/>
                  <a:pt x="5318" y="268"/>
                  <a:pt x="5318" y="268"/>
                </a:cubicBezTo>
                <a:cubicBezTo>
                  <a:pt x="5318" y="303"/>
                  <a:pt x="5318" y="303"/>
                  <a:pt x="5318" y="303"/>
                </a:cubicBezTo>
                <a:cubicBezTo>
                  <a:pt x="5351" y="303"/>
                  <a:pt x="5351" y="303"/>
                  <a:pt x="5351" y="303"/>
                </a:cubicBezTo>
                <a:cubicBezTo>
                  <a:pt x="5351" y="0"/>
                  <a:pt x="5351" y="0"/>
                  <a:pt x="5351" y="0"/>
                </a:cubicBezTo>
                <a:lnTo>
                  <a:pt x="5317" y="0"/>
                </a:lnTo>
                <a:close/>
                <a:moveTo>
                  <a:pt x="5076" y="0"/>
                </a:moveTo>
                <a:cubicBezTo>
                  <a:pt x="5111" y="0"/>
                  <a:pt x="5111" y="0"/>
                  <a:pt x="5111" y="0"/>
                </a:cubicBezTo>
                <a:cubicBezTo>
                  <a:pt x="5111" y="303"/>
                  <a:pt x="5111" y="303"/>
                  <a:pt x="5111" y="303"/>
                </a:cubicBezTo>
                <a:cubicBezTo>
                  <a:pt x="5076" y="303"/>
                  <a:pt x="5076" y="303"/>
                  <a:pt x="5076" y="303"/>
                </a:cubicBezTo>
                <a:lnTo>
                  <a:pt x="5076" y="0"/>
                </a:lnTo>
                <a:close/>
                <a:moveTo>
                  <a:pt x="5035" y="72"/>
                </a:moveTo>
                <a:cubicBezTo>
                  <a:pt x="5039" y="72"/>
                  <a:pt x="5042" y="73"/>
                  <a:pt x="5044" y="73"/>
                </a:cubicBezTo>
                <a:cubicBezTo>
                  <a:pt x="5044" y="108"/>
                  <a:pt x="5044" y="108"/>
                  <a:pt x="5044" y="108"/>
                </a:cubicBezTo>
                <a:cubicBezTo>
                  <a:pt x="5043" y="108"/>
                  <a:pt x="5040" y="107"/>
                  <a:pt x="5036" y="107"/>
                </a:cubicBezTo>
                <a:cubicBezTo>
                  <a:pt x="5032" y="106"/>
                  <a:pt x="5028" y="106"/>
                  <a:pt x="5023" y="106"/>
                </a:cubicBezTo>
                <a:cubicBezTo>
                  <a:pt x="5012" y="106"/>
                  <a:pt x="5003" y="108"/>
                  <a:pt x="4994" y="113"/>
                </a:cubicBezTo>
                <a:cubicBezTo>
                  <a:pt x="4985" y="117"/>
                  <a:pt x="4979" y="124"/>
                  <a:pt x="4974" y="131"/>
                </a:cubicBezTo>
                <a:cubicBezTo>
                  <a:pt x="4970" y="140"/>
                  <a:pt x="4966" y="149"/>
                  <a:pt x="4966" y="159"/>
                </a:cubicBezTo>
                <a:cubicBezTo>
                  <a:pt x="4966" y="303"/>
                  <a:pt x="4966" y="303"/>
                  <a:pt x="4966" y="303"/>
                </a:cubicBezTo>
                <a:cubicBezTo>
                  <a:pt x="4933" y="303"/>
                  <a:pt x="4933" y="303"/>
                  <a:pt x="4933" y="303"/>
                </a:cubicBezTo>
                <a:cubicBezTo>
                  <a:pt x="4933" y="76"/>
                  <a:pt x="4933" y="76"/>
                  <a:pt x="4933" y="76"/>
                </a:cubicBezTo>
                <a:cubicBezTo>
                  <a:pt x="4965" y="76"/>
                  <a:pt x="4965" y="76"/>
                  <a:pt x="4965" y="76"/>
                </a:cubicBezTo>
                <a:cubicBezTo>
                  <a:pt x="4965" y="110"/>
                  <a:pt x="4965" y="110"/>
                  <a:pt x="4965" y="110"/>
                </a:cubicBezTo>
                <a:cubicBezTo>
                  <a:pt x="4968" y="110"/>
                  <a:pt x="4968" y="110"/>
                  <a:pt x="4968" y="110"/>
                </a:cubicBezTo>
                <a:cubicBezTo>
                  <a:pt x="4972" y="98"/>
                  <a:pt x="4980" y="89"/>
                  <a:pt x="4990" y="83"/>
                </a:cubicBezTo>
                <a:cubicBezTo>
                  <a:pt x="5001" y="76"/>
                  <a:pt x="5012" y="72"/>
                  <a:pt x="5026" y="72"/>
                </a:cubicBezTo>
                <a:cubicBezTo>
                  <a:pt x="5029" y="72"/>
                  <a:pt x="5031" y="72"/>
                  <a:pt x="5035" y="72"/>
                </a:cubicBezTo>
                <a:close/>
                <a:moveTo>
                  <a:pt x="4847" y="233"/>
                </a:moveTo>
                <a:cubicBezTo>
                  <a:pt x="4842" y="245"/>
                  <a:pt x="4835" y="256"/>
                  <a:pt x="4825" y="264"/>
                </a:cubicBezTo>
                <a:cubicBezTo>
                  <a:pt x="4815" y="272"/>
                  <a:pt x="4803" y="275"/>
                  <a:pt x="4788" y="275"/>
                </a:cubicBezTo>
                <a:cubicBezTo>
                  <a:pt x="4772" y="275"/>
                  <a:pt x="4760" y="272"/>
                  <a:pt x="4749" y="264"/>
                </a:cubicBezTo>
                <a:cubicBezTo>
                  <a:pt x="4740" y="256"/>
                  <a:pt x="4732" y="245"/>
                  <a:pt x="4728" y="233"/>
                </a:cubicBezTo>
                <a:cubicBezTo>
                  <a:pt x="4723" y="219"/>
                  <a:pt x="4720" y="205"/>
                  <a:pt x="4720" y="190"/>
                </a:cubicBezTo>
                <a:cubicBezTo>
                  <a:pt x="4720" y="175"/>
                  <a:pt x="4723" y="160"/>
                  <a:pt x="4728" y="148"/>
                </a:cubicBezTo>
                <a:cubicBezTo>
                  <a:pt x="4732" y="134"/>
                  <a:pt x="4740" y="125"/>
                  <a:pt x="4749" y="116"/>
                </a:cubicBezTo>
                <a:cubicBezTo>
                  <a:pt x="4760" y="108"/>
                  <a:pt x="4772" y="104"/>
                  <a:pt x="4788" y="104"/>
                </a:cubicBezTo>
                <a:cubicBezTo>
                  <a:pt x="4803" y="104"/>
                  <a:pt x="4815" y="108"/>
                  <a:pt x="4825" y="116"/>
                </a:cubicBezTo>
                <a:cubicBezTo>
                  <a:pt x="4835" y="125"/>
                  <a:pt x="4842" y="134"/>
                  <a:pt x="4847" y="148"/>
                </a:cubicBezTo>
                <a:cubicBezTo>
                  <a:pt x="4852" y="160"/>
                  <a:pt x="4855" y="175"/>
                  <a:pt x="4855" y="190"/>
                </a:cubicBezTo>
                <a:cubicBezTo>
                  <a:pt x="4855" y="205"/>
                  <a:pt x="4852" y="219"/>
                  <a:pt x="4847" y="233"/>
                </a:cubicBezTo>
                <a:close/>
                <a:moveTo>
                  <a:pt x="4840" y="88"/>
                </a:moveTo>
                <a:cubicBezTo>
                  <a:pt x="4825" y="78"/>
                  <a:pt x="4808" y="73"/>
                  <a:pt x="4788" y="73"/>
                </a:cubicBezTo>
                <a:cubicBezTo>
                  <a:pt x="4767" y="73"/>
                  <a:pt x="4749" y="78"/>
                  <a:pt x="4735" y="88"/>
                </a:cubicBezTo>
                <a:cubicBezTo>
                  <a:pt x="4720" y="98"/>
                  <a:pt x="4707" y="111"/>
                  <a:pt x="4699" y="129"/>
                </a:cubicBezTo>
                <a:cubicBezTo>
                  <a:pt x="4691" y="146"/>
                  <a:pt x="4686" y="167"/>
                  <a:pt x="4686" y="190"/>
                </a:cubicBezTo>
                <a:cubicBezTo>
                  <a:pt x="4686" y="213"/>
                  <a:pt x="4691" y="234"/>
                  <a:pt x="4699" y="251"/>
                </a:cubicBezTo>
                <a:cubicBezTo>
                  <a:pt x="4707" y="269"/>
                  <a:pt x="4720" y="283"/>
                  <a:pt x="4735" y="292"/>
                </a:cubicBezTo>
                <a:cubicBezTo>
                  <a:pt x="4749" y="302"/>
                  <a:pt x="4767" y="307"/>
                  <a:pt x="4788" y="307"/>
                </a:cubicBezTo>
                <a:cubicBezTo>
                  <a:pt x="4808" y="307"/>
                  <a:pt x="4825" y="302"/>
                  <a:pt x="4840" y="292"/>
                </a:cubicBezTo>
                <a:cubicBezTo>
                  <a:pt x="4856" y="283"/>
                  <a:pt x="4867" y="269"/>
                  <a:pt x="4876" y="251"/>
                </a:cubicBezTo>
                <a:cubicBezTo>
                  <a:pt x="4884" y="234"/>
                  <a:pt x="4888" y="213"/>
                  <a:pt x="4888" y="190"/>
                </a:cubicBezTo>
                <a:cubicBezTo>
                  <a:pt x="4888" y="167"/>
                  <a:pt x="4884" y="146"/>
                  <a:pt x="4876" y="129"/>
                </a:cubicBezTo>
                <a:cubicBezTo>
                  <a:pt x="4867" y="111"/>
                  <a:pt x="4856" y="98"/>
                  <a:pt x="4840" y="88"/>
                </a:cubicBezTo>
                <a:close/>
                <a:moveTo>
                  <a:pt x="4631" y="76"/>
                </a:moveTo>
                <a:cubicBezTo>
                  <a:pt x="4667" y="76"/>
                  <a:pt x="4667" y="76"/>
                  <a:pt x="4667" y="76"/>
                </a:cubicBezTo>
                <a:cubicBezTo>
                  <a:pt x="4599" y="303"/>
                  <a:pt x="4599" y="303"/>
                  <a:pt x="4599" y="303"/>
                </a:cubicBezTo>
                <a:cubicBezTo>
                  <a:pt x="4565" y="303"/>
                  <a:pt x="4565" y="303"/>
                  <a:pt x="4565" y="303"/>
                </a:cubicBezTo>
                <a:cubicBezTo>
                  <a:pt x="4516" y="129"/>
                  <a:pt x="4516" y="129"/>
                  <a:pt x="4516" y="129"/>
                </a:cubicBezTo>
                <a:cubicBezTo>
                  <a:pt x="4514" y="129"/>
                  <a:pt x="4514" y="129"/>
                  <a:pt x="4514" y="129"/>
                </a:cubicBezTo>
                <a:cubicBezTo>
                  <a:pt x="4465" y="303"/>
                  <a:pt x="4465" y="303"/>
                  <a:pt x="4465" y="303"/>
                </a:cubicBezTo>
                <a:cubicBezTo>
                  <a:pt x="4432" y="303"/>
                  <a:pt x="4432" y="303"/>
                  <a:pt x="4432" y="303"/>
                </a:cubicBezTo>
                <a:cubicBezTo>
                  <a:pt x="4364" y="76"/>
                  <a:pt x="4364" y="76"/>
                  <a:pt x="4364" y="76"/>
                </a:cubicBezTo>
                <a:cubicBezTo>
                  <a:pt x="4399" y="76"/>
                  <a:pt x="4399" y="76"/>
                  <a:pt x="4399" y="76"/>
                </a:cubicBezTo>
                <a:cubicBezTo>
                  <a:pt x="4448" y="249"/>
                  <a:pt x="4448" y="249"/>
                  <a:pt x="4448" y="249"/>
                </a:cubicBezTo>
                <a:cubicBezTo>
                  <a:pt x="4450" y="249"/>
                  <a:pt x="4450" y="249"/>
                  <a:pt x="4450" y="249"/>
                </a:cubicBezTo>
                <a:cubicBezTo>
                  <a:pt x="4498" y="76"/>
                  <a:pt x="4498" y="76"/>
                  <a:pt x="4498" y="76"/>
                </a:cubicBezTo>
                <a:cubicBezTo>
                  <a:pt x="4534" y="76"/>
                  <a:pt x="4534" y="76"/>
                  <a:pt x="4534" y="76"/>
                </a:cubicBezTo>
                <a:cubicBezTo>
                  <a:pt x="4581" y="248"/>
                  <a:pt x="4581" y="248"/>
                  <a:pt x="4581" y="248"/>
                </a:cubicBezTo>
                <a:cubicBezTo>
                  <a:pt x="4583" y="248"/>
                  <a:pt x="4583" y="248"/>
                  <a:pt x="4583" y="248"/>
                </a:cubicBezTo>
                <a:lnTo>
                  <a:pt x="4631" y="76"/>
                </a:lnTo>
                <a:close/>
                <a:moveTo>
                  <a:pt x="4232" y="72"/>
                </a:moveTo>
                <a:cubicBezTo>
                  <a:pt x="4236" y="72"/>
                  <a:pt x="4239" y="73"/>
                  <a:pt x="4241" y="73"/>
                </a:cubicBezTo>
                <a:cubicBezTo>
                  <a:pt x="4241" y="108"/>
                  <a:pt x="4241" y="108"/>
                  <a:pt x="4241" y="108"/>
                </a:cubicBezTo>
                <a:cubicBezTo>
                  <a:pt x="4240" y="108"/>
                  <a:pt x="4237" y="107"/>
                  <a:pt x="4233" y="107"/>
                </a:cubicBezTo>
                <a:cubicBezTo>
                  <a:pt x="4229" y="106"/>
                  <a:pt x="4225" y="106"/>
                  <a:pt x="4221" y="106"/>
                </a:cubicBezTo>
                <a:cubicBezTo>
                  <a:pt x="4209" y="106"/>
                  <a:pt x="4200" y="108"/>
                  <a:pt x="4191" y="113"/>
                </a:cubicBezTo>
                <a:cubicBezTo>
                  <a:pt x="4183" y="117"/>
                  <a:pt x="4177" y="124"/>
                  <a:pt x="4171" y="131"/>
                </a:cubicBezTo>
                <a:cubicBezTo>
                  <a:pt x="4167" y="140"/>
                  <a:pt x="4164" y="149"/>
                  <a:pt x="4164" y="159"/>
                </a:cubicBezTo>
                <a:cubicBezTo>
                  <a:pt x="4164" y="303"/>
                  <a:pt x="4164" y="303"/>
                  <a:pt x="4164" y="303"/>
                </a:cubicBezTo>
                <a:cubicBezTo>
                  <a:pt x="4130" y="303"/>
                  <a:pt x="4130" y="303"/>
                  <a:pt x="4130" y="303"/>
                </a:cubicBezTo>
                <a:cubicBezTo>
                  <a:pt x="4130" y="76"/>
                  <a:pt x="4130" y="76"/>
                  <a:pt x="4130" y="76"/>
                </a:cubicBezTo>
                <a:cubicBezTo>
                  <a:pt x="4163" y="76"/>
                  <a:pt x="4163" y="76"/>
                  <a:pt x="4163" y="76"/>
                </a:cubicBezTo>
                <a:cubicBezTo>
                  <a:pt x="4163" y="110"/>
                  <a:pt x="4163" y="110"/>
                  <a:pt x="4163" y="110"/>
                </a:cubicBezTo>
                <a:cubicBezTo>
                  <a:pt x="4165" y="110"/>
                  <a:pt x="4165" y="110"/>
                  <a:pt x="4165" y="110"/>
                </a:cubicBezTo>
                <a:cubicBezTo>
                  <a:pt x="4169" y="98"/>
                  <a:pt x="4177" y="89"/>
                  <a:pt x="4187" y="83"/>
                </a:cubicBezTo>
                <a:cubicBezTo>
                  <a:pt x="4198" y="76"/>
                  <a:pt x="4210" y="72"/>
                  <a:pt x="4224" y="72"/>
                </a:cubicBezTo>
                <a:lnTo>
                  <a:pt x="4232" y="72"/>
                </a:lnTo>
                <a:close/>
                <a:moveTo>
                  <a:pt x="4041" y="76"/>
                </a:moveTo>
                <a:cubicBezTo>
                  <a:pt x="4076" y="76"/>
                  <a:pt x="4076" y="76"/>
                  <a:pt x="4076" y="76"/>
                </a:cubicBezTo>
                <a:cubicBezTo>
                  <a:pt x="4076" y="303"/>
                  <a:pt x="4076" y="303"/>
                  <a:pt x="4076" y="303"/>
                </a:cubicBezTo>
                <a:cubicBezTo>
                  <a:pt x="4041" y="303"/>
                  <a:pt x="4041" y="303"/>
                  <a:pt x="4041" y="303"/>
                </a:cubicBezTo>
                <a:cubicBezTo>
                  <a:pt x="4041" y="264"/>
                  <a:pt x="4041" y="264"/>
                  <a:pt x="4041" y="264"/>
                </a:cubicBezTo>
                <a:cubicBezTo>
                  <a:pt x="4039" y="264"/>
                  <a:pt x="4039" y="264"/>
                  <a:pt x="4039" y="264"/>
                </a:cubicBezTo>
                <a:cubicBezTo>
                  <a:pt x="4033" y="275"/>
                  <a:pt x="4026" y="285"/>
                  <a:pt x="4014" y="293"/>
                </a:cubicBezTo>
                <a:cubicBezTo>
                  <a:pt x="4004" y="301"/>
                  <a:pt x="3989" y="306"/>
                  <a:pt x="3972" y="306"/>
                </a:cubicBezTo>
                <a:cubicBezTo>
                  <a:pt x="3959" y="306"/>
                  <a:pt x="3946" y="302"/>
                  <a:pt x="3936" y="296"/>
                </a:cubicBezTo>
                <a:cubicBezTo>
                  <a:pt x="3924" y="290"/>
                  <a:pt x="3916" y="281"/>
                  <a:pt x="3910" y="268"/>
                </a:cubicBezTo>
                <a:cubicBezTo>
                  <a:pt x="3903" y="255"/>
                  <a:pt x="3900" y="240"/>
                  <a:pt x="3900" y="220"/>
                </a:cubicBezTo>
                <a:cubicBezTo>
                  <a:pt x="3900" y="76"/>
                  <a:pt x="3900" y="76"/>
                  <a:pt x="3900" y="76"/>
                </a:cubicBezTo>
                <a:cubicBezTo>
                  <a:pt x="3935" y="76"/>
                  <a:pt x="3935" y="76"/>
                  <a:pt x="3935" y="76"/>
                </a:cubicBezTo>
                <a:cubicBezTo>
                  <a:pt x="3935" y="217"/>
                  <a:pt x="3935" y="217"/>
                  <a:pt x="3935" y="217"/>
                </a:cubicBezTo>
                <a:cubicBezTo>
                  <a:pt x="3935" y="234"/>
                  <a:pt x="3940" y="247"/>
                  <a:pt x="3948" y="257"/>
                </a:cubicBezTo>
                <a:cubicBezTo>
                  <a:pt x="3958" y="267"/>
                  <a:pt x="3969" y="272"/>
                  <a:pt x="3984" y="272"/>
                </a:cubicBezTo>
                <a:cubicBezTo>
                  <a:pt x="3992" y="272"/>
                  <a:pt x="4001" y="270"/>
                  <a:pt x="4010" y="265"/>
                </a:cubicBezTo>
                <a:cubicBezTo>
                  <a:pt x="4018" y="261"/>
                  <a:pt x="4026" y="254"/>
                  <a:pt x="4032" y="244"/>
                </a:cubicBezTo>
                <a:cubicBezTo>
                  <a:pt x="4038" y="236"/>
                  <a:pt x="4041" y="224"/>
                  <a:pt x="4041" y="210"/>
                </a:cubicBezTo>
                <a:lnTo>
                  <a:pt x="4041" y="76"/>
                </a:lnTo>
                <a:close/>
                <a:moveTo>
                  <a:pt x="3815" y="233"/>
                </a:moveTo>
                <a:cubicBezTo>
                  <a:pt x="3810" y="245"/>
                  <a:pt x="3803" y="256"/>
                  <a:pt x="3793" y="264"/>
                </a:cubicBezTo>
                <a:cubicBezTo>
                  <a:pt x="3783" y="272"/>
                  <a:pt x="3770" y="275"/>
                  <a:pt x="3755" y="275"/>
                </a:cubicBezTo>
                <a:cubicBezTo>
                  <a:pt x="3739" y="275"/>
                  <a:pt x="3727" y="272"/>
                  <a:pt x="3718" y="264"/>
                </a:cubicBezTo>
                <a:cubicBezTo>
                  <a:pt x="3708" y="256"/>
                  <a:pt x="3700" y="245"/>
                  <a:pt x="3696" y="233"/>
                </a:cubicBezTo>
                <a:cubicBezTo>
                  <a:pt x="3691" y="219"/>
                  <a:pt x="3689" y="205"/>
                  <a:pt x="3689" y="190"/>
                </a:cubicBezTo>
                <a:cubicBezTo>
                  <a:pt x="3689" y="175"/>
                  <a:pt x="3691" y="160"/>
                  <a:pt x="3696" y="148"/>
                </a:cubicBezTo>
                <a:cubicBezTo>
                  <a:pt x="3700" y="134"/>
                  <a:pt x="3708" y="125"/>
                  <a:pt x="3718" y="116"/>
                </a:cubicBezTo>
                <a:cubicBezTo>
                  <a:pt x="3727" y="108"/>
                  <a:pt x="3739" y="104"/>
                  <a:pt x="3755" y="104"/>
                </a:cubicBezTo>
                <a:cubicBezTo>
                  <a:pt x="3770" y="104"/>
                  <a:pt x="3783" y="108"/>
                  <a:pt x="3793" y="116"/>
                </a:cubicBezTo>
                <a:cubicBezTo>
                  <a:pt x="3803" y="125"/>
                  <a:pt x="3810" y="134"/>
                  <a:pt x="3815" y="148"/>
                </a:cubicBezTo>
                <a:cubicBezTo>
                  <a:pt x="3820" y="160"/>
                  <a:pt x="3822" y="175"/>
                  <a:pt x="3822" y="190"/>
                </a:cubicBezTo>
                <a:cubicBezTo>
                  <a:pt x="3822" y="205"/>
                  <a:pt x="3820" y="219"/>
                  <a:pt x="3815" y="233"/>
                </a:cubicBezTo>
                <a:close/>
                <a:moveTo>
                  <a:pt x="3808" y="88"/>
                </a:moveTo>
                <a:cubicBezTo>
                  <a:pt x="3793" y="78"/>
                  <a:pt x="3775" y="73"/>
                  <a:pt x="3755" y="73"/>
                </a:cubicBezTo>
                <a:cubicBezTo>
                  <a:pt x="3735" y="73"/>
                  <a:pt x="3718" y="78"/>
                  <a:pt x="3702" y="88"/>
                </a:cubicBezTo>
                <a:cubicBezTo>
                  <a:pt x="3687" y="98"/>
                  <a:pt x="3676" y="111"/>
                  <a:pt x="3667" y="129"/>
                </a:cubicBezTo>
                <a:cubicBezTo>
                  <a:pt x="3658" y="146"/>
                  <a:pt x="3654" y="167"/>
                  <a:pt x="3654" y="190"/>
                </a:cubicBezTo>
                <a:cubicBezTo>
                  <a:pt x="3654" y="213"/>
                  <a:pt x="3658" y="234"/>
                  <a:pt x="3667" y="251"/>
                </a:cubicBezTo>
                <a:cubicBezTo>
                  <a:pt x="3676" y="269"/>
                  <a:pt x="3687" y="283"/>
                  <a:pt x="3702" y="292"/>
                </a:cubicBezTo>
                <a:cubicBezTo>
                  <a:pt x="3718" y="302"/>
                  <a:pt x="3735" y="307"/>
                  <a:pt x="3755" y="307"/>
                </a:cubicBezTo>
                <a:cubicBezTo>
                  <a:pt x="3775" y="307"/>
                  <a:pt x="3793" y="302"/>
                  <a:pt x="3808" y="292"/>
                </a:cubicBezTo>
                <a:cubicBezTo>
                  <a:pt x="3823" y="283"/>
                  <a:pt x="3836" y="269"/>
                  <a:pt x="3844" y="251"/>
                </a:cubicBezTo>
                <a:cubicBezTo>
                  <a:pt x="3851" y="234"/>
                  <a:pt x="3856" y="213"/>
                  <a:pt x="3856" y="190"/>
                </a:cubicBezTo>
                <a:cubicBezTo>
                  <a:pt x="3856" y="167"/>
                  <a:pt x="3851" y="146"/>
                  <a:pt x="3844" y="129"/>
                </a:cubicBezTo>
                <a:cubicBezTo>
                  <a:pt x="3836" y="111"/>
                  <a:pt x="3823" y="98"/>
                  <a:pt x="3808" y="88"/>
                </a:cubicBezTo>
                <a:close/>
                <a:moveTo>
                  <a:pt x="3598" y="76"/>
                </a:moveTo>
                <a:cubicBezTo>
                  <a:pt x="3635" y="76"/>
                  <a:pt x="3635" y="76"/>
                  <a:pt x="3635" y="76"/>
                </a:cubicBezTo>
                <a:cubicBezTo>
                  <a:pt x="3541" y="336"/>
                  <a:pt x="3541" y="336"/>
                  <a:pt x="3541" y="336"/>
                </a:cubicBezTo>
                <a:cubicBezTo>
                  <a:pt x="3537" y="347"/>
                  <a:pt x="3531" y="356"/>
                  <a:pt x="3525" y="364"/>
                </a:cubicBezTo>
                <a:cubicBezTo>
                  <a:pt x="3519" y="372"/>
                  <a:pt x="3512" y="378"/>
                  <a:pt x="3503" y="382"/>
                </a:cubicBezTo>
                <a:cubicBezTo>
                  <a:pt x="3495" y="386"/>
                  <a:pt x="3486" y="387"/>
                  <a:pt x="3475" y="387"/>
                </a:cubicBezTo>
                <a:cubicBezTo>
                  <a:pt x="3470" y="387"/>
                  <a:pt x="3464" y="387"/>
                  <a:pt x="3460" y="386"/>
                </a:cubicBezTo>
                <a:cubicBezTo>
                  <a:pt x="3455" y="385"/>
                  <a:pt x="3453" y="385"/>
                  <a:pt x="3451" y="384"/>
                </a:cubicBezTo>
                <a:cubicBezTo>
                  <a:pt x="3459" y="353"/>
                  <a:pt x="3459" y="353"/>
                  <a:pt x="3459" y="353"/>
                </a:cubicBezTo>
                <a:cubicBezTo>
                  <a:pt x="3468" y="355"/>
                  <a:pt x="3475" y="356"/>
                  <a:pt x="3481" y="356"/>
                </a:cubicBezTo>
                <a:cubicBezTo>
                  <a:pt x="3488" y="355"/>
                  <a:pt x="3494" y="352"/>
                  <a:pt x="3498" y="346"/>
                </a:cubicBezTo>
                <a:cubicBezTo>
                  <a:pt x="3503" y="341"/>
                  <a:pt x="3508" y="333"/>
                  <a:pt x="3512" y="321"/>
                </a:cubicBezTo>
                <a:cubicBezTo>
                  <a:pt x="3519" y="304"/>
                  <a:pt x="3519" y="304"/>
                  <a:pt x="3519" y="304"/>
                </a:cubicBezTo>
                <a:cubicBezTo>
                  <a:pt x="3436" y="76"/>
                  <a:pt x="3436" y="76"/>
                  <a:pt x="3436" y="76"/>
                </a:cubicBezTo>
                <a:cubicBezTo>
                  <a:pt x="3473" y="76"/>
                  <a:pt x="3473" y="76"/>
                  <a:pt x="3473" y="76"/>
                </a:cubicBezTo>
                <a:cubicBezTo>
                  <a:pt x="3535" y="256"/>
                  <a:pt x="3535" y="256"/>
                  <a:pt x="3535" y="256"/>
                </a:cubicBezTo>
                <a:cubicBezTo>
                  <a:pt x="3537" y="256"/>
                  <a:pt x="3537" y="256"/>
                  <a:pt x="3537" y="256"/>
                </a:cubicBezTo>
                <a:lnTo>
                  <a:pt x="3598" y="76"/>
                </a:lnTo>
                <a:close/>
                <a:moveTo>
                  <a:pt x="3274" y="76"/>
                </a:moveTo>
                <a:cubicBezTo>
                  <a:pt x="3309" y="76"/>
                  <a:pt x="3309" y="76"/>
                  <a:pt x="3309" y="76"/>
                </a:cubicBezTo>
                <a:cubicBezTo>
                  <a:pt x="3241" y="303"/>
                  <a:pt x="3241" y="303"/>
                  <a:pt x="3241" y="303"/>
                </a:cubicBezTo>
                <a:cubicBezTo>
                  <a:pt x="3208" y="303"/>
                  <a:pt x="3208" y="303"/>
                  <a:pt x="3208" y="303"/>
                </a:cubicBezTo>
                <a:cubicBezTo>
                  <a:pt x="3159" y="129"/>
                  <a:pt x="3159" y="129"/>
                  <a:pt x="3159" y="129"/>
                </a:cubicBezTo>
                <a:cubicBezTo>
                  <a:pt x="3156" y="129"/>
                  <a:pt x="3156" y="129"/>
                  <a:pt x="3156" y="129"/>
                </a:cubicBezTo>
                <a:cubicBezTo>
                  <a:pt x="3107" y="303"/>
                  <a:pt x="3107" y="303"/>
                  <a:pt x="3107" y="303"/>
                </a:cubicBezTo>
                <a:cubicBezTo>
                  <a:pt x="3074" y="303"/>
                  <a:pt x="3074" y="303"/>
                  <a:pt x="3074" y="303"/>
                </a:cubicBezTo>
                <a:cubicBezTo>
                  <a:pt x="3006" y="76"/>
                  <a:pt x="3006" y="76"/>
                  <a:pt x="3006" y="76"/>
                </a:cubicBezTo>
                <a:cubicBezTo>
                  <a:pt x="3041" y="76"/>
                  <a:pt x="3041" y="76"/>
                  <a:pt x="3041" y="76"/>
                </a:cubicBezTo>
                <a:cubicBezTo>
                  <a:pt x="3089" y="249"/>
                  <a:pt x="3089" y="249"/>
                  <a:pt x="3089" y="249"/>
                </a:cubicBezTo>
                <a:cubicBezTo>
                  <a:pt x="3092" y="249"/>
                  <a:pt x="3092" y="249"/>
                  <a:pt x="3092" y="249"/>
                </a:cubicBezTo>
                <a:cubicBezTo>
                  <a:pt x="3140" y="76"/>
                  <a:pt x="3140" y="76"/>
                  <a:pt x="3140" y="76"/>
                </a:cubicBezTo>
                <a:cubicBezTo>
                  <a:pt x="3176" y="76"/>
                  <a:pt x="3176" y="76"/>
                  <a:pt x="3176" y="76"/>
                </a:cubicBezTo>
                <a:cubicBezTo>
                  <a:pt x="3223" y="248"/>
                  <a:pt x="3223" y="248"/>
                  <a:pt x="3223" y="248"/>
                </a:cubicBezTo>
                <a:cubicBezTo>
                  <a:pt x="3225" y="248"/>
                  <a:pt x="3225" y="248"/>
                  <a:pt x="3225" y="248"/>
                </a:cubicBezTo>
                <a:lnTo>
                  <a:pt x="3274" y="76"/>
                </a:lnTo>
                <a:close/>
                <a:moveTo>
                  <a:pt x="2944" y="233"/>
                </a:moveTo>
                <a:cubicBezTo>
                  <a:pt x="2940" y="245"/>
                  <a:pt x="2933" y="256"/>
                  <a:pt x="2922" y="264"/>
                </a:cubicBezTo>
                <a:cubicBezTo>
                  <a:pt x="2913" y="272"/>
                  <a:pt x="2900" y="275"/>
                  <a:pt x="2885" y="275"/>
                </a:cubicBezTo>
                <a:cubicBezTo>
                  <a:pt x="2870" y="275"/>
                  <a:pt x="2857" y="272"/>
                  <a:pt x="2848" y="264"/>
                </a:cubicBezTo>
                <a:cubicBezTo>
                  <a:pt x="2837" y="256"/>
                  <a:pt x="2830" y="245"/>
                  <a:pt x="2826" y="233"/>
                </a:cubicBezTo>
                <a:cubicBezTo>
                  <a:pt x="2821" y="219"/>
                  <a:pt x="2818" y="205"/>
                  <a:pt x="2818" y="190"/>
                </a:cubicBezTo>
                <a:cubicBezTo>
                  <a:pt x="2818" y="175"/>
                  <a:pt x="2821" y="160"/>
                  <a:pt x="2826" y="148"/>
                </a:cubicBezTo>
                <a:cubicBezTo>
                  <a:pt x="2830" y="134"/>
                  <a:pt x="2837" y="125"/>
                  <a:pt x="2848" y="116"/>
                </a:cubicBezTo>
                <a:cubicBezTo>
                  <a:pt x="2857" y="108"/>
                  <a:pt x="2870" y="104"/>
                  <a:pt x="2885" y="104"/>
                </a:cubicBezTo>
                <a:cubicBezTo>
                  <a:pt x="2900" y="104"/>
                  <a:pt x="2913" y="108"/>
                  <a:pt x="2922" y="116"/>
                </a:cubicBezTo>
                <a:cubicBezTo>
                  <a:pt x="2933" y="125"/>
                  <a:pt x="2940" y="134"/>
                  <a:pt x="2944" y="148"/>
                </a:cubicBezTo>
                <a:cubicBezTo>
                  <a:pt x="2949" y="160"/>
                  <a:pt x="2952" y="175"/>
                  <a:pt x="2952" y="190"/>
                </a:cubicBezTo>
                <a:cubicBezTo>
                  <a:pt x="2952" y="205"/>
                  <a:pt x="2949" y="219"/>
                  <a:pt x="2944" y="233"/>
                </a:cubicBezTo>
                <a:close/>
                <a:moveTo>
                  <a:pt x="2938" y="88"/>
                </a:moveTo>
                <a:cubicBezTo>
                  <a:pt x="2922" y="78"/>
                  <a:pt x="2905" y="73"/>
                  <a:pt x="2885" y="73"/>
                </a:cubicBezTo>
                <a:cubicBezTo>
                  <a:pt x="2865" y="73"/>
                  <a:pt x="2848" y="78"/>
                  <a:pt x="2832" y="88"/>
                </a:cubicBezTo>
                <a:cubicBezTo>
                  <a:pt x="2817" y="98"/>
                  <a:pt x="2806" y="111"/>
                  <a:pt x="2797" y="129"/>
                </a:cubicBezTo>
                <a:cubicBezTo>
                  <a:pt x="2788" y="146"/>
                  <a:pt x="2784" y="167"/>
                  <a:pt x="2784" y="190"/>
                </a:cubicBezTo>
                <a:cubicBezTo>
                  <a:pt x="2784" y="213"/>
                  <a:pt x="2788" y="234"/>
                  <a:pt x="2797" y="251"/>
                </a:cubicBezTo>
                <a:cubicBezTo>
                  <a:pt x="2806" y="269"/>
                  <a:pt x="2817" y="283"/>
                  <a:pt x="2832" y="292"/>
                </a:cubicBezTo>
                <a:cubicBezTo>
                  <a:pt x="2848" y="302"/>
                  <a:pt x="2865" y="307"/>
                  <a:pt x="2885" y="307"/>
                </a:cubicBezTo>
                <a:cubicBezTo>
                  <a:pt x="2905" y="307"/>
                  <a:pt x="2922" y="302"/>
                  <a:pt x="2938" y="292"/>
                </a:cubicBezTo>
                <a:cubicBezTo>
                  <a:pt x="2953" y="283"/>
                  <a:pt x="2964" y="269"/>
                  <a:pt x="2973" y="251"/>
                </a:cubicBezTo>
                <a:cubicBezTo>
                  <a:pt x="2982" y="234"/>
                  <a:pt x="2986" y="213"/>
                  <a:pt x="2986" y="190"/>
                </a:cubicBezTo>
                <a:cubicBezTo>
                  <a:pt x="2986" y="167"/>
                  <a:pt x="2982" y="146"/>
                  <a:pt x="2973" y="129"/>
                </a:cubicBezTo>
                <a:cubicBezTo>
                  <a:pt x="2964" y="111"/>
                  <a:pt x="2953" y="98"/>
                  <a:pt x="2938" y="88"/>
                </a:cubicBezTo>
                <a:close/>
                <a:moveTo>
                  <a:pt x="2761" y="72"/>
                </a:moveTo>
                <a:cubicBezTo>
                  <a:pt x="2764" y="72"/>
                  <a:pt x="2767" y="73"/>
                  <a:pt x="2769" y="73"/>
                </a:cubicBezTo>
                <a:cubicBezTo>
                  <a:pt x="2769" y="108"/>
                  <a:pt x="2769" y="108"/>
                  <a:pt x="2769" y="108"/>
                </a:cubicBezTo>
                <a:cubicBezTo>
                  <a:pt x="2768" y="108"/>
                  <a:pt x="2765" y="107"/>
                  <a:pt x="2762" y="107"/>
                </a:cubicBezTo>
                <a:cubicBezTo>
                  <a:pt x="2757" y="106"/>
                  <a:pt x="2753" y="106"/>
                  <a:pt x="2748" y="106"/>
                </a:cubicBezTo>
                <a:cubicBezTo>
                  <a:pt x="2738" y="106"/>
                  <a:pt x="2728" y="108"/>
                  <a:pt x="2720" y="113"/>
                </a:cubicBezTo>
                <a:cubicBezTo>
                  <a:pt x="2711" y="117"/>
                  <a:pt x="2704" y="124"/>
                  <a:pt x="2699" y="131"/>
                </a:cubicBezTo>
                <a:cubicBezTo>
                  <a:pt x="2695" y="140"/>
                  <a:pt x="2692" y="149"/>
                  <a:pt x="2692" y="159"/>
                </a:cubicBezTo>
                <a:cubicBezTo>
                  <a:pt x="2692" y="303"/>
                  <a:pt x="2692" y="303"/>
                  <a:pt x="2692" y="303"/>
                </a:cubicBezTo>
                <a:cubicBezTo>
                  <a:pt x="2657" y="303"/>
                  <a:pt x="2657" y="303"/>
                  <a:pt x="2657" y="303"/>
                </a:cubicBezTo>
                <a:cubicBezTo>
                  <a:pt x="2657" y="76"/>
                  <a:pt x="2657" y="76"/>
                  <a:pt x="2657" y="76"/>
                </a:cubicBezTo>
                <a:cubicBezTo>
                  <a:pt x="2691" y="76"/>
                  <a:pt x="2691" y="76"/>
                  <a:pt x="2691" y="76"/>
                </a:cubicBezTo>
                <a:cubicBezTo>
                  <a:pt x="2691" y="110"/>
                  <a:pt x="2691" y="110"/>
                  <a:pt x="2691" y="110"/>
                </a:cubicBezTo>
                <a:cubicBezTo>
                  <a:pt x="2693" y="110"/>
                  <a:pt x="2693" y="110"/>
                  <a:pt x="2693" y="110"/>
                </a:cubicBezTo>
                <a:cubicBezTo>
                  <a:pt x="2697" y="98"/>
                  <a:pt x="2704" y="89"/>
                  <a:pt x="2715" y="83"/>
                </a:cubicBezTo>
                <a:cubicBezTo>
                  <a:pt x="2726" y="76"/>
                  <a:pt x="2738" y="72"/>
                  <a:pt x="2751" y="72"/>
                </a:cubicBezTo>
                <a:cubicBezTo>
                  <a:pt x="2754" y="72"/>
                  <a:pt x="2757" y="72"/>
                  <a:pt x="2761" y="72"/>
                </a:cubicBezTo>
                <a:close/>
                <a:moveTo>
                  <a:pt x="2563" y="231"/>
                </a:moveTo>
                <a:cubicBezTo>
                  <a:pt x="2557" y="243"/>
                  <a:pt x="2550" y="251"/>
                  <a:pt x="2541" y="258"/>
                </a:cubicBezTo>
                <a:cubicBezTo>
                  <a:pt x="2531" y="265"/>
                  <a:pt x="2519" y="268"/>
                  <a:pt x="2506" y="268"/>
                </a:cubicBezTo>
                <a:cubicBezTo>
                  <a:pt x="2492" y="268"/>
                  <a:pt x="2479" y="264"/>
                  <a:pt x="2470" y="257"/>
                </a:cubicBezTo>
                <a:cubicBezTo>
                  <a:pt x="2460" y="250"/>
                  <a:pt x="2453" y="242"/>
                  <a:pt x="2448" y="229"/>
                </a:cubicBezTo>
                <a:cubicBezTo>
                  <a:pt x="2443" y="217"/>
                  <a:pt x="2441" y="203"/>
                  <a:pt x="2441" y="187"/>
                </a:cubicBezTo>
                <a:cubicBezTo>
                  <a:pt x="2441" y="172"/>
                  <a:pt x="2443" y="158"/>
                  <a:pt x="2448" y="145"/>
                </a:cubicBezTo>
                <a:cubicBezTo>
                  <a:pt x="2453" y="132"/>
                  <a:pt x="2460" y="123"/>
                  <a:pt x="2470" y="115"/>
                </a:cubicBezTo>
                <a:cubicBezTo>
                  <a:pt x="2479" y="108"/>
                  <a:pt x="2491" y="104"/>
                  <a:pt x="2506" y="104"/>
                </a:cubicBezTo>
                <a:cubicBezTo>
                  <a:pt x="2519" y="104"/>
                  <a:pt x="2531" y="108"/>
                  <a:pt x="2541" y="115"/>
                </a:cubicBezTo>
                <a:cubicBezTo>
                  <a:pt x="2550" y="122"/>
                  <a:pt x="2558" y="131"/>
                  <a:pt x="2563" y="144"/>
                </a:cubicBezTo>
                <a:cubicBezTo>
                  <a:pt x="2567" y="157"/>
                  <a:pt x="2569" y="171"/>
                  <a:pt x="2569" y="187"/>
                </a:cubicBezTo>
                <a:cubicBezTo>
                  <a:pt x="2569" y="204"/>
                  <a:pt x="2567" y="218"/>
                  <a:pt x="2563" y="231"/>
                </a:cubicBezTo>
                <a:close/>
                <a:moveTo>
                  <a:pt x="2570" y="112"/>
                </a:moveTo>
                <a:cubicBezTo>
                  <a:pt x="2566" y="112"/>
                  <a:pt x="2566" y="112"/>
                  <a:pt x="2566" y="112"/>
                </a:cubicBezTo>
                <a:cubicBezTo>
                  <a:pt x="2564" y="108"/>
                  <a:pt x="2561" y="103"/>
                  <a:pt x="2556" y="97"/>
                </a:cubicBezTo>
                <a:cubicBezTo>
                  <a:pt x="2551" y="90"/>
                  <a:pt x="2544" y="85"/>
                  <a:pt x="2537" y="80"/>
                </a:cubicBezTo>
                <a:cubicBezTo>
                  <a:pt x="2528" y="75"/>
                  <a:pt x="2517" y="73"/>
                  <a:pt x="2501" y="73"/>
                </a:cubicBezTo>
                <a:cubicBezTo>
                  <a:pt x="2483" y="73"/>
                  <a:pt x="2467" y="78"/>
                  <a:pt x="2453" y="87"/>
                </a:cubicBezTo>
                <a:cubicBezTo>
                  <a:pt x="2438" y="97"/>
                  <a:pt x="2427" y="110"/>
                  <a:pt x="2419" y="128"/>
                </a:cubicBezTo>
                <a:cubicBezTo>
                  <a:pt x="2410" y="144"/>
                  <a:pt x="2407" y="165"/>
                  <a:pt x="2407" y="188"/>
                </a:cubicBezTo>
                <a:cubicBezTo>
                  <a:pt x="2407" y="212"/>
                  <a:pt x="2410" y="232"/>
                  <a:pt x="2419" y="248"/>
                </a:cubicBezTo>
                <a:cubicBezTo>
                  <a:pt x="2428" y="265"/>
                  <a:pt x="2438" y="277"/>
                  <a:pt x="2453" y="286"/>
                </a:cubicBezTo>
                <a:cubicBezTo>
                  <a:pt x="2467" y="294"/>
                  <a:pt x="2483" y="299"/>
                  <a:pt x="2501" y="299"/>
                </a:cubicBezTo>
                <a:cubicBezTo>
                  <a:pt x="2516" y="299"/>
                  <a:pt x="2527" y="297"/>
                  <a:pt x="2536" y="292"/>
                </a:cubicBezTo>
                <a:cubicBezTo>
                  <a:pt x="2544" y="287"/>
                  <a:pt x="2551" y="282"/>
                  <a:pt x="2556" y="275"/>
                </a:cubicBezTo>
                <a:cubicBezTo>
                  <a:pt x="2560" y="270"/>
                  <a:pt x="2564" y="265"/>
                  <a:pt x="2566" y="261"/>
                </a:cubicBezTo>
                <a:cubicBezTo>
                  <a:pt x="2569" y="261"/>
                  <a:pt x="2569" y="261"/>
                  <a:pt x="2569" y="261"/>
                </a:cubicBezTo>
                <a:cubicBezTo>
                  <a:pt x="2569" y="307"/>
                  <a:pt x="2569" y="307"/>
                  <a:pt x="2569" y="307"/>
                </a:cubicBezTo>
                <a:cubicBezTo>
                  <a:pt x="2569" y="325"/>
                  <a:pt x="2564" y="339"/>
                  <a:pt x="2551" y="348"/>
                </a:cubicBezTo>
                <a:cubicBezTo>
                  <a:pt x="2540" y="357"/>
                  <a:pt x="2525" y="361"/>
                  <a:pt x="2507" y="361"/>
                </a:cubicBezTo>
                <a:cubicBezTo>
                  <a:pt x="2494" y="361"/>
                  <a:pt x="2482" y="359"/>
                  <a:pt x="2475" y="356"/>
                </a:cubicBezTo>
                <a:cubicBezTo>
                  <a:pt x="2466" y="352"/>
                  <a:pt x="2459" y="346"/>
                  <a:pt x="2454" y="342"/>
                </a:cubicBezTo>
                <a:cubicBezTo>
                  <a:pt x="2450" y="336"/>
                  <a:pt x="2446" y="331"/>
                  <a:pt x="2443" y="327"/>
                </a:cubicBezTo>
                <a:cubicBezTo>
                  <a:pt x="2416" y="346"/>
                  <a:pt x="2416" y="346"/>
                  <a:pt x="2416" y="346"/>
                </a:cubicBezTo>
                <a:cubicBezTo>
                  <a:pt x="2421" y="355"/>
                  <a:pt x="2427" y="362"/>
                  <a:pt x="2434" y="369"/>
                </a:cubicBezTo>
                <a:cubicBezTo>
                  <a:pt x="2443" y="376"/>
                  <a:pt x="2453" y="382"/>
                  <a:pt x="2464" y="386"/>
                </a:cubicBezTo>
                <a:cubicBezTo>
                  <a:pt x="2476" y="390"/>
                  <a:pt x="2491" y="392"/>
                  <a:pt x="2507" y="392"/>
                </a:cubicBezTo>
                <a:cubicBezTo>
                  <a:pt x="2524" y="392"/>
                  <a:pt x="2541" y="389"/>
                  <a:pt x="2556" y="384"/>
                </a:cubicBezTo>
                <a:cubicBezTo>
                  <a:pt x="2570" y="378"/>
                  <a:pt x="2582" y="369"/>
                  <a:pt x="2590" y="356"/>
                </a:cubicBezTo>
                <a:cubicBezTo>
                  <a:pt x="2599" y="345"/>
                  <a:pt x="2603" y="328"/>
                  <a:pt x="2603" y="309"/>
                </a:cubicBezTo>
                <a:cubicBezTo>
                  <a:pt x="2603" y="76"/>
                  <a:pt x="2603" y="76"/>
                  <a:pt x="2603" y="76"/>
                </a:cubicBezTo>
                <a:cubicBezTo>
                  <a:pt x="2570" y="76"/>
                  <a:pt x="2570" y="76"/>
                  <a:pt x="2570" y="76"/>
                </a:cubicBezTo>
                <a:lnTo>
                  <a:pt x="2570" y="112"/>
                </a:lnTo>
                <a:close/>
                <a:moveTo>
                  <a:pt x="2225" y="233"/>
                </a:moveTo>
                <a:cubicBezTo>
                  <a:pt x="2220" y="245"/>
                  <a:pt x="2212" y="256"/>
                  <a:pt x="2203" y="264"/>
                </a:cubicBezTo>
                <a:cubicBezTo>
                  <a:pt x="2193" y="272"/>
                  <a:pt x="2180" y="275"/>
                  <a:pt x="2165" y="275"/>
                </a:cubicBezTo>
                <a:cubicBezTo>
                  <a:pt x="2150" y="275"/>
                  <a:pt x="2137" y="272"/>
                  <a:pt x="2127" y="264"/>
                </a:cubicBezTo>
                <a:cubicBezTo>
                  <a:pt x="2118" y="256"/>
                  <a:pt x="2110" y="245"/>
                  <a:pt x="2105" y="233"/>
                </a:cubicBezTo>
                <a:cubicBezTo>
                  <a:pt x="2100" y="219"/>
                  <a:pt x="2098" y="205"/>
                  <a:pt x="2098" y="190"/>
                </a:cubicBezTo>
                <a:cubicBezTo>
                  <a:pt x="2098" y="175"/>
                  <a:pt x="2100" y="160"/>
                  <a:pt x="2105" y="148"/>
                </a:cubicBezTo>
                <a:cubicBezTo>
                  <a:pt x="2110" y="134"/>
                  <a:pt x="2118" y="125"/>
                  <a:pt x="2127" y="116"/>
                </a:cubicBezTo>
                <a:cubicBezTo>
                  <a:pt x="2137" y="108"/>
                  <a:pt x="2150" y="104"/>
                  <a:pt x="2165" y="104"/>
                </a:cubicBezTo>
                <a:cubicBezTo>
                  <a:pt x="2180" y="104"/>
                  <a:pt x="2193" y="108"/>
                  <a:pt x="2203" y="116"/>
                </a:cubicBezTo>
                <a:cubicBezTo>
                  <a:pt x="2212" y="125"/>
                  <a:pt x="2220" y="134"/>
                  <a:pt x="2225" y="148"/>
                </a:cubicBezTo>
                <a:cubicBezTo>
                  <a:pt x="2230" y="160"/>
                  <a:pt x="2231" y="175"/>
                  <a:pt x="2231" y="190"/>
                </a:cubicBezTo>
                <a:cubicBezTo>
                  <a:pt x="2231" y="205"/>
                  <a:pt x="2230" y="219"/>
                  <a:pt x="2225" y="233"/>
                </a:cubicBezTo>
                <a:close/>
                <a:moveTo>
                  <a:pt x="2218" y="88"/>
                </a:moveTo>
                <a:cubicBezTo>
                  <a:pt x="2203" y="78"/>
                  <a:pt x="2186" y="73"/>
                  <a:pt x="2165" y="73"/>
                </a:cubicBezTo>
                <a:cubicBezTo>
                  <a:pt x="2145" y="73"/>
                  <a:pt x="2127" y="78"/>
                  <a:pt x="2112" y="88"/>
                </a:cubicBezTo>
                <a:cubicBezTo>
                  <a:pt x="2097" y="98"/>
                  <a:pt x="2085" y="111"/>
                  <a:pt x="2076" y="129"/>
                </a:cubicBezTo>
                <a:cubicBezTo>
                  <a:pt x="2068" y="146"/>
                  <a:pt x="2064" y="167"/>
                  <a:pt x="2064" y="190"/>
                </a:cubicBezTo>
                <a:cubicBezTo>
                  <a:pt x="2064" y="213"/>
                  <a:pt x="2068" y="234"/>
                  <a:pt x="2076" y="251"/>
                </a:cubicBezTo>
                <a:cubicBezTo>
                  <a:pt x="2085" y="269"/>
                  <a:pt x="2097" y="283"/>
                  <a:pt x="2112" y="292"/>
                </a:cubicBezTo>
                <a:cubicBezTo>
                  <a:pt x="2127" y="302"/>
                  <a:pt x="2145" y="307"/>
                  <a:pt x="2165" y="307"/>
                </a:cubicBezTo>
                <a:cubicBezTo>
                  <a:pt x="2186" y="307"/>
                  <a:pt x="2203" y="302"/>
                  <a:pt x="2218" y="292"/>
                </a:cubicBezTo>
                <a:cubicBezTo>
                  <a:pt x="2233" y="283"/>
                  <a:pt x="2245" y="269"/>
                  <a:pt x="2253" y="251"/>
                </a:cubicBezTo>
                <a:cubicBezTo>
                  <a:pt x="2262" y="234"/>
                  <a:pt x="2266" y="213"/>
                  <a:pt x="2266" y="190"/>
                </a:cubicBezTo>
                <a:cubicBezTo>
                  <a:pt x="2266" y="167"/>
                  <a:pt x="2262" y="146"/>
                  <a:pt x="2253" y="129"/>
                </a:cubicBezTo>
                <a:cubicBezTo>
                  <a:pt x="2245" y="111"/>
                  <a:pt x="2233" y="98"/>
                  <a:pt x="2218" y="88"/>
                </a:cubicBezTo>
                <a:close/>
                <a:moveTo>
                  <a:pt x="2030" y="270"/>
                </a:moveTo>
                <a:cubicBezTo>
                  <a:pt x="2037" y="301"/>
                  <a:pt x="2037" y="301"/>
                  <a:pt x="2037" y="301"/>
                </a:cubicBezTo>
                <a:cubicBezTo>
                  <a:pt x="2035" y="302"/>
                  <a:pt x="2031" y="303"/>
                  <a:pt x="2028" y="304"/>
                </a:cubicBezTo>
                <a:cubicBezTo>
                  <a:pt x="2023" y="305"/>
                  <a:pt x="2018" y="306"/>
                  <a:pt x="2011" y="306"/>
                </a:cubicBezTo>
                <a:cubicBezTo>
                  <a:pt x="2002" y="306"/>
                  <a:pt x="1992" y="303"/>
                  <a:pt x="1984" y="299"/>
                </a:cubicBezTo>
                <a:cubicBezTo>
                  <a:pt x="1974" y="295"/>
                  <a:pt x="1966" y="288"/>
                  <a:pt x="1961" y="279"/>
                </a:cubicBezTo>
                <a:cubicBezTo>
                  <a:pt x="1954" y="271"/>
                  <a:pt x="1951" y="260"/>
                  <a:pt x="1951" y="247"/>
                </a:cubicBezTo>
                <a:cubicBezTo>
                  <a:pt x="1951" y="105"/>
                  <a:pt x="1951" y="105"/>
                  <a:pt x="1951" y="105"/>
                </a:cubicBezTo>
                <a:cubicBezTo>
                  <a:pt x="1918" y="105"/>
                  <a:pt x="1918" y="105"/>
                  <a:pt x="1918" y="105"/>
                </a:cubicBezTo>
                <a:cubicBezTo>
                  <a:pt x="1918" y="76"/>
                  <a:pt x="1918" y="76"/>
                  <a:pt x="1918" y="76"/>
                </a:cubicBezTo>
                <a:cubicBezTo>
                  <a:pt x="1951" y="76"/>
                  <a:pt x="1951" y="76"/>
                  <a:pt x="1951" y="76"/>
                </a:cubicBezTo>
                <a:cubicBezTo>
                  <a:pt x="1951" y="22"/>
                  <a:pt x="1951" y="22"/>
                  <a:pt x="1951" y="22"/>
                </a:cubicBezTo>
                <a:cubicBezTo>
                  <a:pt x="1986" y="22"/>
                  <a:pt x="1986" y="22"/>
                  <a:pt x="1986" y="22"/>
                </a:cubicBezTo>
                <a:cubicBezTo>
                  <a:pt x="1986" y="76"/>
                  <a:pt x="1986" y="76"/>
                  <a:pt x="1986" y="76"/>
                </a:cubicBezTo>
                <a:cubicBezTo>
                  <a:pt x="2033" y="76"/>
                  <a:pt x="2033" y="76"/>
                  <a:pt x="2033" y="76"/>
                </a:cubicBezTo>
                <a:cubicBezTo>
                  <a:pt x="2033" y="105"/>
                  <a:pt x="2033" y="105"/>
                  <a:pt x="2033" y="105"/>
                </a:cubicBezTo>
                <a:cubicBezTo>
                  <a:pt x="1986" y="105"/>
                  <a:pt x="1986" y="105"/>
                  <a:pt x="1986" y="105"/>
                </a:cubicBezTo>
                <a:cubicBezTo>
                  <a:pt x="1986" y="238"/>
                  <a:pt x="1986" y="238"/>
                  <a:pt x="1986" y="238"/>
                </a:cubicBezTo>
                <a:cubicBezTo>
                  <a:pt x="1986" y="247"/>
                  <a:pt x="1986" y="255"/>
                  <a:pt x="1989" y="260"/>
                </a:cubicBezTo>
                <a:cubicBezTo>
                  <a:pt x="1992" y="265"/>
                  <a:pt x="1996" y="268"/>
                  <a:pt x="2001" y="270"/>
                </a:cubicBezTo>
                <a:cubicBezTo>
                  <a:pt x="2006" y="271"/>
                  <a:pt x="2010" y="272"/>
                  <a:pt x="2015" y="272"/>
                </a:cubicBezTo>
                <a:cubicBezTo>
                  <a:pt x="2019" y="272"/>
                  <a:pt x="2022" y="272"/>
                  <a:pt x="2025" y="271"/>
                </a:cubicBezTo>
                <a:lnTo>
                  <a:pt x="2030" y="270"/>
                </a:lnTo>
                <a:close/>
                <a:moveTo>
                  <a:pt x="1771" y="201"/>
                </a:moveTo>
                <a:cubicBezTo>
                  <a:pt x="1781" y="211"/>
                  <a:pt x="1785" y="223"/>
                  <a:pt x="1785" y="240"/>
                </a:cubicBezTo>
                <a:cubicBezTo>
                  <a:pt x="1785" y="252"/>
                  <a:pt x="1782" y="264"/>
                  <a:pt x="1775" y="274"/>
                </a:cubicBezTo>
                <a:cubicBezTo>
                  <a:pt x="1767" y="284"/>
                  <a:pt x="1757" y="292"/>
                  <a:pt x="1744" y="298"/>
                </a:cubicBezTo>
                <a:cubicBezTo>
                  <a:pt x="1731" y="304"/>
                  <a:pt x="1716" y="307"/>
                  <a:pt x="1698" y="307"/>
                </a:cubicBezTo>
                <a:cubicBezTo>
                  <a:pt x="1676" y="307"/>
                  <a:pt x="1657" y="302"/>
                  <a:pt x="1642" y="292"/>
                </a:cubicBezTo>
                <a:cubicBezTo>
                  <a:pt x="1628" y="283"/>
                  <a:pt x="1618" y="268"/>
                  <a:pt x="1614" y="248"/>
                </a:cubicBezTo>
                <a:cubicBezTo>
                  <a:pt x="1647" y="240"/>
                  <a:pt x="1647" y="240"/>
                  <a:pt x="1647" y="240"/>
                </a:cubicBezTo>
                <a:cubicBezTo>
                  <a:pt x="1650" y="252"/>
                  <a:pt x="1655" y="261"/>
                  <a:pt x="1664" y="268"/>
                </a:cubicBezTo>
                <a:cubicBezTo>
                  <a:pt x="1673" y="274"/>
                  <a:pt x="1684" y="276"/>
                  <a:pt x="1698" y="276"/>
                </a:cubicBezTo>
                <a:cubicBezTo>
                  <a:pt x="1714" y="276"/>
                  <a:pt x="1727" y="273"/>
                  <a:pt x="1736" y="266"/>
                </a:cubicBezTo>
                <a:cubicBezTo>
                  <a:pt x="1745" y="259"/>
                  <a:pt x="1750" y="251"/>
                  <a:pt x="1750" y="242"/>
                </a:cubicBezTo>
                <a:cubicBezTo>
                  <a:pt x="1750" y="233"/>
                  <a:pt x="1747" y="227"/>
                  <a:pt x="1742" y="221"/>
                </a:cubicBezTo>
                <a:cubicBezTo>
                  <a:pt x="1737" y="216"/>
                  <a:pt x="1728" y="212"/>
                  <a:pt x="1718" y="210"/>
                </a:cubicBezTo>
                <a:cubicBezTo>
                  <a:pt x="1680" y="201"/>
                  <a:pt x="1680" y="201"/>
                  <a:pt x="1680" y="201"/>
                </a:cubicBezTo>
                <a:cubicBezTo>
                  <a:pt x="1660" y="196"/>
                  <a:pt x="1645" y="188"/>
                  <a:pt x="1635" y="177"/>
                </a:cubicBezTo>
                <a:cubicBezTo>
                  <a:pt x="1626" y="167"/>
                  <a:pt x="1621" y="154"/>
                  <a:pt x="1621" y="139"/>
                </a:cubicBezTo>
                <a:cubicBezTo>
                  <a:pt x="1621" y="126"/>
                  <a:pt x="1625" y="114"/>
                  <a:pt x="1631" y="104"/>
                </a:cubicBezTo>
                <a:cubicBezTo>
                  <a:pt x="1639" y="95"/>
                  <a:pt x="1649" y="87"/>
                  <a:pt x="1661" y="81"/>
                </a:cubicBezTo>
                <a:cubicBezTo>
                  <a:pt x="1674" y="76"/>
                  <a:pt x="1687" y="73"/>
                  <a:pt x="1702" y="73"/>
                </a:cubicBezTo>
                <a:cubicBezTo>
                  <a:pt x="1725" y="73"/>
                  <a:pt x="1742" y="78"/>
                  <a:pt x="1755" y="88"/>
                </a:cubicBezTo>
                <a:cubicBezTo>
                  <a:pt x="1767" y="98"/>
                  <a:pt x="1776" y="110"/>
                  <a:pt x="1782" y="127"/>
                </a:cubicBezTo>
                <a:cubicBezTo>
                  <a:pt x="1751" y="135"/>
                  <a:pt x="1751" y="135"/>
                  <a:pt x="1751" y="135"/>
                </a:cubicBezTo>
                <a:cubicBezTo>
                  <a:pt x="1749" y="130"/>
                  <a:pt x="1746" y="125"/>
                  <a:pt x="1742" y="120"/>
                </a:cubicBezTo>
                <a:cubicBezTo>
                  <a:pt x="1739" y="115"/>
                  <a:pt x="1734" y="111"/>
                  <a:pt x="1727" y="108"/>
                </a:cubicBezTo>
                <a:cubicBezTo>
                  <a:pt x="1720" y="104"/>
                  <a:pt x="1713" y="103"/>
                  <a:pt x="1702" y="103"/>
                </a:cubicBezTo>
                <a:cubicBezTo>
                  <a:pt x="1689" y="103"/>
                  <a:pt x="1677" y="106"/>
                  <a:pt x="1669" y="112"/>
                </a:cubicBezTo>
                <a:cubicBezTo>
                  <a:pt x="1659" y="119"/>
                  <a:pt x="1655" y="127"/>
                  <a:pt x="1655" y="136"/>
                </a:cubicBezTo>
                <a:cubicBezTo>
                  <a:pt x="1655" y="145"/>
                  <a:pt x="1658" y="152"/>
                  <a:pt x="1664" y="157"/>
                </a:cubicBezTo>
                <a:cubicBezTo>
                  <a:pt x="1671" y="162"/>
                  <a:pt x="1680" y="167"/>
                  <a:pt x="1694" y="170"/>
                </a:cubicBezTo>
                <a:cubicBezTo>
                  <a:pt x="1726" y="178"/>
                  <a:pt x="1726" y="178"/>
                  <a:pt x="1726" y="178"/>
                </a:cubicBezTo>
                <a:cubicBezTo>
                  <a:pt x="1746" y="183"/>
                  <a:pt x="1762" y="190"/>
                  <a:pt x="1771" y="201"/>
                </a:cubicBezTo>
                <a:close/>
                <a:moveTo>
                  <a:pt x="1581" y="270"/>
                </a:moveTo>
                <a:cubicBezTo>
                  <a:pt x="1588" y="301"/>
                  <a:pt x="1588" y="301"/>
                  <a:pt x="1588" y="301"/>
                </a:cubicBezTo>
                <a:cubicBezTo>
                  <a:pt x="1586" y="302"/>
                  <a:pt x="1583" y="303"/>
                  <a:pt x="1579" y="304"/>
                </a:cubicBezTo>
                <a:cubicBezTo>
                  <a:pt x="1574" y="305"/>
                  <a:pt x="1569" y="306"/>
                  <a:pt x="1563" y="306"/>
                </a:cubicBezTo>
                <a:cubicBezTo>
                  <a:pt x="1553" y="306"/>
                  <a:pt x="1543" y="303"/>
                  <a:pt x="1534" y="299"/>
                </a:cubicBezTo>
                <a:cubicBezTo>
                  <a:pt x="1525" y="295"/>
                  <a:pt x="1518" y="288"/>
                  <a:pt x="1511" y="279"/>
                </a:cubicBezTo>
                <a:cubicBezTo>
                  <a:pt x="1505" y="271"/>
                  <a:pt x="1502" y="260"/>
                  <a:pt x="1502" y="247"/>
                </a:cubicBezTo>
                <a:cubicBezTo>
                  <a:pt x="1502" y="105"/>
                  <a:pt x="1502" y="105"/>
                  <a:pt x="1502" y="105"/>
                </a:cubicBezTo>
                <a:cubicBezTo>
                  <a:pt x="1469" y="105"/>
                  <a:pt x="1469" y="105"/>
                  <a:pt x="1469" y="105"/>
                </a:cubicBezTo>
                <a:cubicBezTo>
                  <a:pt x="1469" y="76"/>
                  <a:pt x="1469" y="76"/>
                  <a:pt x="1469" y="76"/>
                </a:cubicBezTo>
                <a:cubicBezTo>
                  <a:pt x="1502" y="76"/>
                  <a:pt x="1502" y="76"/>
                  <a:pt x="1502" y="76"/>
                </a:cubicBezTo>
                <a:cubicBezTo>
                  <a:pt x="1502" y="22"/>
                  <a:pt x="1502" y="22"/>
                  <a:pt x="1502" y="22"/>
                </a:cubicBezTo>
                <a:cubicBezTo>
                  <a:pt x="1537" y="22"/>
                  <a:pt x="1537" y="22"/>
                  <a:pt x="1537" y="22"/>
                </a:cubicBezTo>
                <a:cubicBezTo>
                  <a:pt x="1537" y="76"/>
                  <a:pt x="1537" y="76"/>
                  <a:pt x="1537" y="76"/>
                </a:cubicBezTo>
                <a:cubicBezTo>
                  <a:pt x="1584" y="76"/>
                  <a:pt x="1584" y="76"/>
                  <a:pt x="1584" y="76"/>
                </a:cubicBezTo>
                <a:cubicBezTo>
                  <a:pt x="1584" y="105"/>
                  <a:pt x="1584" y="105"/>
                  <a:pt x="1584" y="105"/>
                </a:cubicBezTo>
                <a:cubicBezTo>
                  <a:pt x="1537" y="105"/>
                  <a:pt x="1537" y="105"/>
                  <a:pt x="1537" y="105"/>
                </a:cubicBezTo>
                <a:cubicBezTo>
                  <a:pt x="1537" y="238"/>
                  <a:pt x="1537" y="238"/>
                  <a:pt x="1537" y="238"/>
                </a:cubicBezTo>
                <a:cubicBezTo>
                  <a:pt x="1537" y="247"/>
                  <a:pt x="1538" y="255"/>
                  <a:pt x="1541" y="260"/>
                </a:cubicBezTo>
                <a:cubicBezTo>
                  <a:pt x="1543" y="265"/>
                  <a:pt x="1547" y="268"/>
                  <a:pt x="1552" y="270"/>
                </a:cubicBezTo>
                <a:cubicBezTo>
                  <a:pt x="1556" y="271"/>
                  <a:pt x="1561" y="272"/>
                  <a:pt x="1566" y="272"/>
                </a:cubicBezTo>
                <a:cubicBezTo>
                  <a:pt x="1570" y="272"/>
                  <a:pt x="1573" y="272"/>
                  <a:pt x="1575" y="271"/>
                </a:cubicBezTo>
                <a:lnTo>
                  <a:pt x="1581" y="270"/>
                </a:lnTo>
                <a:close/>
                <a:moveTo>
                  <a:pt x="1424" y="110"/>
                </a:moveTo>
                <a:cubicBezTo>
                  <a:pt x="1430" y="123"/>
                  <a:pt x="1432" y="140"/>
                  <a:pt x="1432" y="159"/>
                </a:cubicBezTo>
                <a:cubicBezTo>
                  <a:pt x="1432" y="303"/>
                  <a:pt x="1432" y="303"/>
                  <a:pt x="1432" y="303"/>
                </a:cubicBezTo>
                <a:cubicBezTo>
                  <a:pt x="1399" y="303"/>
                  <a:pt x="1399" y="303"/>
                  <a:pt x="1399" y="303"/>
                </a:cubicBezTo>
                <a:cubicBezTo>
                  <a:pt x="1399" y="160"/>
                  <a:pt x="1399" y="160"/>
                  <a:pt x="1399" y="160"/>
                </a:cubicBezTo>
                <a:cubicBezTo>
                  <a:pt x="1399" y="143"/>
                  <a:pt x="1394" y="129"/>
                  <a:pt x="1385" y="119"/>
                </a:cubicBezTo>
                <a:cubicBezTo>
                  <a:pt x="1376" y="109"/>
                  <a:pt x="1364" y="104"/>
                  <a:pt x="1347" y="104"/>
                </a:cubicBezTo>
                <a:cubicBezTo>
                  <a:pt x="1337" y="104"/>
                  <a:pt x="1327" y="106"/>
                  <a:pt x="1319" y="111"/>
                </a:cubicBezTo>
                <a:cubicBezTo>
                  <a:pt x="1310" y="116"/>
                  <a:pt x="1303" y="123"/>
                  <a:pt x="1298" y="132"/>
                </a:cubicBezTo>
                <a:cubicBezTo>
                  <a:pt x="1293" y="142"/>
                  <a:pt x="1291" y="153"/>
                  <a:pt x="1291" y="167"/>
                </a:cubicBezTo>
                <a:cubicBezTo>
                  <a:pt x="1291" y="303"/>
                  <a:pt x="1291" y="303"/>
                  <a:pt x="1291" y="303"/>
                </a:cubicBezTo>
                <a:cubicBezTo>
                  <a:pt x="1256" y="303"/>
                  <a:pt x="1256" y="303"/>
                  <a:pt x="1256" y="303"/>
                </a:cubicBezTo>
                <a:cubicBezTo>
                  <a:pt x="1256" y="76"/>
                  <a:pt x="1256" y="76"/>
                  <a:pt x="1256" y="76"/>
                </a:cubicBezTo>
                <a:cubicBezTo>
                  <a:pt x="1290" y="76"/>
                  <a:pt x="1290" y="76"/>
                  <a:pt x="1290" y="76"/>
                </a:cubicBezTo>
                <a:cubicBezTo>
                  <a:pt x="1290" y="111"/>
                  <a:pt x="1290" y="111"/>
                  <a:pt x="1290" y="111"/>
                </a:cubicBezTo>
                <a:cubicBezTo>
                  <a:pt x="1293" y="111"/>
                  <a:pt x="1293" y="111"/>
                  <a:pt x="1293" y="111"/>
                </a:cubicBezTo>
                <a:cubicBezTo>
                  <a:pt x="1297" y="99"/>
                  <a:pt x="1305" y="90"/>
                  <a:pt x="1317" y="84"/>
                </a:cubicBezTo>
                <a:cubicBezTo>
                  <a:pt x="1327" y="76"/>
                  <a:pt x="1341" y="73"/>
                  <a:pt x="1358" y="73"/>
                </a:cubicBezTo>
                <a:cubicBezTo>
                  <a:pt x="1372" y="73"/>
                  <a:pt x="1386" y="76"/>
                  <a:pt x="1397" y="82"/>
                </a:cubicBezTo>
                <a:cubicBezTo>
                  <a:pt x="1408" y="88"/>
                  <a:pt x="1417" y="98"/>
                  <a:pt x="1424" y="110"/>
                </a:cubicBezTo>
                <a:close/>
                <a:moveTo>
                  <a:pt x="1052" y="170"/>
                </a:moveTo>
                <a:cubicBezTo>
                  <a:pt x="1052" y="160"/>
                  <a:pt x="1054" y="150"/>
                  <a:pt x="1058" y="141"/>
                </a:cubicBezTo>
                <a:cubicBezTo>
                  <a:pt x="1064" y="130"/>
                  <a:pt x="1072" y="121"/>
                  <a:pt x="1081" y="114"/>
                </a:cubicBezTo>
                <a:cubicBezTo>
                  <a:pt x="1092" y="107"/>
                  <a:pt x="1103" y="104"/>
                  <a:pt x="1117" y="104"/>
                </a:cubicBezTo>
                <a:cubicBezTo>
                  <a:pt x="1129" y="104"/>
                  <a:pt x="1140" y="107"/>
                  <a:pt x="1149" y="113"/>
                </a:cubicBezTo>
                <a:cubicBezTo>
                  <a:pt x="1158" y="119"/>
                  <a:pt x="1165" y="127"/>
                  <a:pt x="1170" y="136"/>
                </a:cubicBezTo>
                <a:cubicBezTo>
                  <a:pt x="1175" y="147"/>
                  <a:pt x="1178" y="158"/>
                  <a:pt x="1178" y="170"/>
                </a:cubicBezTo>
                <a:lnTo>
                  <a:pt x="1052" y="170"/>
                </a:lnTo>
                <a:close/>
                <a:moveTo>
                  <a:pt x="1182" y="98"/>
                </a:moveTo>
                <a:cubicBezTo>
                  <a:pt x="1173" y="88"/>
                  <a:pt x="1163" y="83"/>
                  <a:pt x="1151" y="79"/>
                </a:cubicBezTo>
                <a:cubicBezTo>
                  <a:pt x="1140" y="75"/>
                  <a:pt x="1128" y="73"/>
                  <a:pt x="1117" y="73"/>
                </a:cubicBezTo>
                <a:cubicBezTo>
                  <a:pt x="1097" y="73"/>
                  <a:pt x="1079" y="78"/>
                  <a:pt x="1064" y="88"/>
                </a:cubicBezTo>
                <a:cubicBezTo>
                  <a:pt x="1049" y="98"/>
                  <a:pt x="1037" y="112"/>
                  <a:pt x="1029" y="129"/>
                </a:cubicBezTo>
                <a:cubicBezTo>
                  <a:pt x="1021" y="147"/>
                  <a:pt x="1016" y="168"/>
                  <a:pt x="1016" y="191"/>
                </a:cubicBezTo>
                <a:cubicBezTo>
                  <a:pt x="1016" y="214"/>
                  <a:pt x="1021" y="235"/>
                  <a:pt x="1029" y="252"/>
                </a:cubicBezTo>
                <a:cubicBezTo>
                  <a:pt x="1037" y="270"/>
                  <a:pt x="1050" y="284"/>
                  <a:pt x="1065" y="292"/>
                </a:cubicBezTo>
                <a:cubicBezTo>
                  <a:pt x="1080" y="302"/>
                  <a:pt x="1098" y="307"/>
                  <a:pt x="1120" y="307"/>
                </a:cubicBezTo>
                <a:cubicBezTo>
                  <a:pt x="1135" y="307"/>
                  <a:pt x="1149" y="305"/>
                  <a:pt x="1161" y="300"/>
                </a:cubicBezTo>
                <a:cubicBezTo>
                  <a:pt x="1173" y="295"/>
                  <a:pt x="1184" y="288"/>
                  <a:pt x="1191" y="279"/>
                </a:cubicBezTo>
                <a:cubicBezTo>
                  <a:pt x="1200" y="272"/>
                  <a:pt x="1206" y="261"/>
                  <a:pt x="1208" y="250"/>
                </a:cubicBezTo>
                <a:cubicBezTo>
                  <a:pt x="1176" y="241"/>
                  <a:pt x="1176" y="241"/>
                  <a:pt x="1176" y="241"/>
                </a:cubicBezTo>
                <a:cubicBezTo>
                  <a:pt x="1173" y="248"/>
                  <a:pt x="1169" y="255"/>
                  <a:pt x="1163" y="260"/>
                </a:cubicBezTo>
                <a:cubicBezTo>
                  <a:pt x="1158" y="266"/>
                  <a:pt x="1152" y="270"/>
                  <a:pt x="1144" y="272"/>
                </a:cubicBezTo>
                <a:cubicBezTo>
                  <a:pt x="1138" y="274"/>
                  <a:pt x="1129" y="275"/>
                  <a:pt x="1120" y="275"/>
                </a:cubicBezTo>
                <a:cubicBezTo>
                  <a:pt x="1106" y="275"/>
                  <a:pt x="1095" y="273"/>
                  <a:pt x="1084" y="267"/>
                </a:cubicBezTo>
                <a:cubicBezTo>
                  <a:pt x="1074" y="260"/>
                  <a:pt x="1065" y="251"/>
                  <a:pt x="1059" y="240"/>
                </a:cubicBezTo>
                <a:cubicBezTo>
                  <a:pt x="1054" y="229"/>
                  <a:pt x="1052" y="216"/>
                  <a:pt x="1051" y="201"/>
                </a:cubicBezTo>
                <a:cubicBezTo>
                  <a:pt x="1212" y="201"/>
                  <a:pt x="1212" y="201"/>
                  <a:pt x="1212" y="201"/>
                </a:cubicBezTo>
                <a:cubicBezTo>
                  <a:pt x="1212" y="186"/>
                  <a:pt x="1212" y="186"/>
                  <a:pt x="1212" y="186"/>
                </a:cubicBezTo>
                <a:cubicBezTo>
                  <a:pt x="1212" y="165"/>
                  <a:pt x="1209" y="147"/>
                  <a:pt x="1204" y="132"/>
                </a:cubicBezTo>
                <a:cubicBezTo>
                  <a:pt x="1199" y="118"/>
                  <a:pt x="1191" y="107"/>
                  <a:pt x="1182" y="98"/>
                </a:cubicBezTo>
                <a:close/>
                <a:moveTo>
                  <a:pt x="953" y="92"/>
                </a:moveTo>
                <a:cubicBezTo>
                  <a:pt x="966" y="104"/>
                  <a:pt x="972" y="124"/>
                  <a:pt x="972" y="151"/>
                </a:cubicBezTo>
                <a:cubicBezTo>
                  <a:pt x="972" y="303"/>
                  <a:pt x="972" y="303"/>
                  <a:pt x="972" y="303"/>
                </a:cubicBezTo>
                <a:cubicBezTo>
                  <a:pt x="938" y="303"/>
                  <a:pt x="938" y="303"/>
                  <a:pt x="938" y="303"/>
                </a:cubicBezTo>
                <a:cubicBezTo>
                  <a:pt x="938" y="151"/>
                  <a:pt x="938" y="151"/>
                  <a:pt x="938" y="151"/>
                </a:cubicBezTo>
                <a:cubicBezTo>
                  <a:pt x="938" y="134"/>
                  <a:pt x="934" y="122"/>
                  <a:pt x="924" y="115"/>
                </a:cubicBezTo>
                <a:cubicBezTo>
                  <a:pt x="916" y="108"/>
                  <a:pt x="905" y="104"/>
                  <a:pt x="893" y="104"/>
                </a:cubicBezTo>
                <a:cubicBezTo>
                  <a:pt x="877" y="104"/>
                  <a:pt x="865" y="109"/>
                  <a:pt x="856" y="119"/>
                </a:cubicBezTo>
                <a:cubicBezTo>
                  <a:pt x="848" y="129"/>
                  <a:pt x="844" y="140"/>
                  <a:pt x="844" y="155"/>
                </a:cubicBezTo>
                <a:cubicBezTo>
                  <a:pt x="844" y="303"/>
                  <a:pt x="844" y="303"/>
                  <a:pt x="844" y="303"/>
                </a:cubicBezTo>
                <a:cubicBezTo>
                  <a:pt x="808" y="303"/>
                  <a:pt x="808" y="303"/>
                  <a:pt x="808" y="303"/>
                </a:cubicBezTo>
                <a:cubicBezTo>
                  <a:pt x="808" y="147"/>
                  <a:pt x="808" y="147"/>
                  <a:pt x="808" y="147"/>
                </a:cubicBezTo>
                <a:cubicBezTo>
                  <a:pt x="808" y="134"/>
                  <a:pt x="805" y="124"/>
                  <a:pt x="796" y="116"/>
                </a:cubicBezTo>
                <a:cubicBezTo>
                  <a:pt x="788" y="108"/>
                  <a:pt x="778" y="104"/>
                  <a:pt x="764" y="104"/>
                </a:cubicBezTo>
                <a:cubicBezTo>
                  <a:pt x="756" y="104"/>
                  <a:pt x="747" y="106"/>
                  <a:pt x="740" y="111"/>
                </a:cubicBezTo>
                <a:cubicBezTo>
                  <a:pt x="732" y="116"/>
                  <a:pt x="726" y="123"/>
                  <a:pt x="721" y="131"/>
                </a:cubicBezTo>
                <a:cubicBezTo>
                  <a:pt x="717" y="140"/>
                  <a:pt x="714" y="150"/>
                  <a:pt x="714" y="160"/>
                </a:cubicBezTo>
                <a:cubicBezTo>
                  <a:pt x="714" y="303"/>
                  <a:pt x="714" y="303"/>
                  <a:pt x="714" y="303"/>
                </a:cubicBezTo>
                <a:cubicBezTo>
                  <a:pt x="680" y="303"/>
                  <a:pt x="680" y="303"/>
                  <a:pt x="680" y="303"/>
                </a:cubicBezTo>
                <a:cubicBezTo>
                  <a:pt x="680" y="76"/>
                  <a:pt x="680" y="76"/>
                  <a:pt x="680" y="76"/>
                </a:cubicBezTo>
                <a:cubicBezTo>
                  <a:pt x="713" y="76"/>
                  <a:pt x="713" y="76"/>
                  <a:pt x="713" y="76"/>
                </a:cubicBezTo>
                <a:cubicBezTo>
                  <a:pt x="713" y="111"/>
                  <a:pt x="713" y="111"/>
                  <a:pt x="713" y="111"/>
                </a:cubicBezTo>
                <a:cubicBezTo>
                  <a:pt x="716" y="111"/>
                  <a:pt x="716" y="111"/>
                  <a:pt x="716" y="111"/>
                </a:cubicBezTo>
                <a:cubicBezTo>
                  <a:pt x="720" y="99"/>
                  <a:pt x="728" y="89"/>
                  <a:pt x="739" y="83"/>
                </a:cubicBezTo>
                <a:cubicBezTo>
                  <a:pt x="749" y="76"/>
                  <a:pt x="762" y="73"/>
                  <a:pt x="776" y="73"/>
                </a:cubicBezTo>
                <a:cubicBezTo>
                  <a:pt x="790" y="73"/>
                  <a:pt x="803" y="76"/>
                  <a:pt x="812" y="83"/>
                </a:cubicBezTo>
                <a:cubicBezTo>
                  <a:pt x="822" y="89"/>
                  <a:pt x="830" y="99"/>
                  <a:pt x="835" y="111"/>
                </a:cubicBezTo>
                <a:cubicBezTo>
                  <a:pt x="838" y="111"/>
                  <a:pt x="838" y="111"/>
                  <a:pt x="838" y="111"/>
                </a:cubicBezTo>
                <a:cubicBezTo>
                  <a:pt x="844" y="99"/>
                  <a:pt x="852" y="90"/>
                  <a:pt x="863" y="83"/>
                </a:cubicBezTo>
                <a:cubicBezTo>
                  <a:pt x="875" y="76"/>
                  <a:pt x="889" y="73"/>
                  <a:pt x="904" y="73"/>
                </a:cubicBezTo>
                <a:cubicBezTo>
                  <a:pt x="924" y="73"/>
                  <a:pt x="941" y="79"/>
                  <a:pt x="953" y="92"/>
                </a:cubicBezTo>
                <a:close/>
                <a:moveTo>
                  <a:pt x="606" y="76"/>
                </a:moveTo>
                <a:cubicBezTo>
                  <a:pt x="643" y="76"/>
                  <a:pt x="643" y="76"/>
                  <a:pt x="643" y="76"/>
                </a:cubicBezTo>
                <a:cubicBezTo>
                  <a:pt x="548" y="336"/>
                  <a:pt x="548" y="336"/>
                  <a:pt x="548" y="336"/>
                </a:cubicBezTo>
                <a:cubicBezTo>
                  <a:pt x="544" y="347"/>
                  <a:pt x="539" y="356"/>
                  <a:pt x="533" y="364"/>
                </a:cubicBezTo>
                <a:cubicBezTo>
                  <a:pt x="526" y="372"/>
                  <a:pt x="519" y="378"/>
                  <a:pt x="511" y="382"/>
                </a:cubicBezTo>
                <a:cubicBezTo>
                  <a:pt x="502" y="386"/>
                  <a:pt x="493" y="387"/>
                  <a:pt x="483" y="387"/>
                </a:cubicBezTo>
                <a:cubicBezTo>
                  <a:pt x="477" y="387"/>
                  <a:pt x="472" y="387"/>
                  <a:pt x="467" y="386"/>
                </a:cubicBezTo>
                <a:cubicBezTo>
                  <a:pt x="463" y="385"/>
                  <a:pt x="459" y="385"/>
                  <a:pt x="458" y="384"/>
                </a:cubicBezTo>
                <a:cubicBezTo>
                  <a:pt x="467" y="353"/>
                  <a:pt x="467" y="353"/>
                  <a:pt x="467" y="353"/>
                </a:cubicBezTo>
                <a:cubicBezTo>
                  <a:pt x="474" y="355"/>
                  <a:pt x="482" y="356"/>
                  <a:pt x="489" y="356"/>
                </a:cubicBezTo>
                <a:cubicBezTo>
                  <a:pt x="495" y="355"/>
                  <a:pt x="500" y="352"/>
                  <a:pt x="506" y="346"/>
                </a:cubicBezTo>
                <a:cubicBezTo>
                  <a:pt x="511" y="341"/>
                  <a:pt x="516" y="333"/>
                  <a:pt x="519" y="321"/>
                </a:cubicBezTo>
                <a:cubicBezTo>
                  <a:pt x="526" y="304"/>
                  <a:pt x="526" y="304"/>
                  <a:pt x="526" y="304"/>
                </a:cubicBezTo>
                <a:cubicBezTo>
                  <a:pt x="443" y="76"/>
                  <a:pt x="443" y="76"/>
                  <a:pt x="443" y="76"/>
                </a:cubicBezTo>
                <a:cubicBezTo>
                  <a:pt x="480" y="76"/>
                  <a:pt x="480" y="76"/>
                  <a:pt x="480" y="76"/>
                </a:cubicBezTo>
                <a:cubicBezTo>
                  <a:pt x="541" y="256"/>
                  <a:pt x="541" y="256"/>
                  <a:pt x="541" y="256"/>
                </a:cubicBezTo>
                <a:cubicBezTo>
                  <a:pt x="544" y="256"/>
                  <a:pt x="544" y="256"/>
                  <a:pt x="544" y="256"/>
                </a:cubicBezTo>
                <a:lnTo>
                  <a:pt x="606" y="76"/>
                </a:lnTo>
                <a:close/>
                <a:moveTo>
                  <a:pt x="380" y="220"/>
                </a:moveTo>
                <a:cubicBezTo>
                  <a:pt x="380" y="230"/>
                  <a:pt x="378" y="239"/>
                  <a:pt x="373" y="247"/>
                </a:cubicBezTo>
                <a:cubicBezTo>
                  <a:pt x="368" y="256"/>
                  <a:pt x="361" y="263"/>
                  <a:pt x="351" y="269"/>
                </a:cubicBezTo>
                <a:cubicBezTo>
                  <a:pt x="342" y="274"/>
                  <a:pt x="331" y="276"/>
                  <a:pt x="318" y="276"/>
                </a:cubicBezTo>
                <a:cubicBezTo>
                  <a:pt x="303" y="276"/>
                  <a:pt x="293" y="274"/>
                  <a:pt x="283" y="267"/>
                </a:cubicBezTo>
                <a:cubicBezTo>
                  <a:pt x="275" y="261"/>
                  <a:pt x="271" y="252"/>
                  <a:pt x="271" y="240"/>
                </a:cubicBezTo>
                <a:cubicBezTo>
                  <a:pt x="271" y="231"/>
                  <a:pt x="273" y="224"/>
                  <a:pt x="277" y="219"/>
                </a:cubicBezTo>
                <a:cubicBezTo>
                  <a:pt x="282" y="213"/>
                  <a:pt x="288" y="210"/>
                  <a:pt x="296" y="207"/>
                </a:cubicBezTo>
                <a:cubicBezTo>
                  <a:pt x="303" y="204"/>
                  <a:pt x="312" y="202"/>
                  <a:pt x="320" y="201"/>
                </a:cubicBezTo>
                <a:cubicBezTo>
                  <a:pt x="324" y="201"/>
                  <a:pt x="329" y="201"/>
                  <a:pt x="335" y="200"/>
                </a:cubicBezTo>
                <a:cubicBezTo>
                  <a:pt x="341" y="199"/>
                  <a:pt x="347" y="198"/>
                  <a:pt x="354" y="197"/>
                </a:cubicBezTo>
                <a:cubicBezTo>
                  <a:pt x="360" y="196"/>
                  <a:pt x="365" y="195"/>
                  <a:pt x="370" y="194"/>
                </a:cubicBezTo>
                <a:cubicBezTo>
                  <a:pt x="375" y="192"/>
                  <a:pt x="379" y="190"/>
                  <a:pt x="380" y="189"/>
                </a:cubicBezTo>
                <a:lnTo>
                  <a:pt x="380" y="220"/>
                </a:lnTo>
                <a:close/>
                <a:moveTo>
                  <a:pt x="384" y="86"/>
                </a:moveTo>
                <a:cubicBezTo>
                  <a:pt x="375" y="81"/>
                  <a:pt x="365" y="77"/>
                  <a:pt x="357" y="75"/>
                </a:cubicBezTo>
                <a:cubicBezTo>
                  <a:pt x="347" y="74"/>
                  <a:pt x="339" y="73"/>
                  <a:pt x="332" y="73"/>
                </a:cubicBezTo>
                <a:cubicBezTo>
                  <a:pt x="320" y="73"/>
                  <a:pt x="309" y="74"/>
                  <a:pt x="297" y="78"/>
                </a:cubicBezTo>
                <a:cubicBezTo>
                  <a:pt x="286" y="81"/>
                  <a:pt x="275" y="86"/>
                  <a:pt x="266" y="94"/>
                </a:cubicBezTo>
                <a:cubicBezTo>
                  <a:pt x="256" y="101"/>
                  <a:pt x="248" y="112"/>
                  <a:pt x="242" y="126"/>
                </a:cubicBezTo>
                <a:cubicBezTo>
                  <a:pt x="275" y="137"/>
                  <a:pt x="275" y="137"/>
                  <a:pt x="275" y="137"/>
                </a:cubicBezTo>
                <a:cubicBezTo>
                  <a:pt x="278" y="129"/>
                  <a:pt x="285" y="122"/>
                  <a:pt x="295" y="115"/>
                </a:cubicBezTo>
                <a:cubicBezTo>
                  <a:pt x="304" y="107"/>
                  <a:pt x="317" y="103"/>
                  <a:pt x="333" y="103"/>
                </a:cubicBezTo>
                <a:cubicBezTo>
                  <a:pt x="348" y="103"/>
                  <a:pt x="361" y="107"/>
                  <a:pt x="368" y="116"/>
                </a:cubicBezTo>
                <a:cubicBezTo>
                  <a:pt x="376" y="124"/>
                  <a:pt x="380" y="135"/>
                  <a:pt x="380" y="150"/>
                </a:cubicBezTo>
                <a:cubicBezTo>
                  <a:pt x="380" y="151"/>
                  <a:pt x="380" y="151"/>
                  <a:pt x="380" y="151"/>
                </a:cubicBezTo>
                <a:cubicBezTo>
                  <a:pt x="380" y="157"/>
                  <a:pt x="378" y="160"/>
                  <a:pt x="374" y="163"/>
                </a:cubicBezTo>
                <a:cubicBezTo>
                  <a:pt x="370" y="165"/>
                  <a:pt x="363" y="167"/>
                  <a:pt x="356" y="168"/>
                </a:cubicBezTo>
                <a:cubicBezTo>
                  <a:pt x="347" y="169"/>
                  <a:pt x="336" y="170"/>
                  <a:pt x="322" y="171"/>
                </a:cubicBezTo>
                <a:cubicBezTo>
                  <a:pt x="312" y="172"/>
                  <a:pt x="302" y="174"/>
                  <a:pt x="292" y="177"/>
                </a:cubicBezTo>
                <a:cubicBezTo>
                  <a:pt x="281" y="179"/>
                  <a:pt x="272" y="183"/>
                  <a:pt x="264" y="187"/>
                </a:cubicBezTo>
                <a:cubicBezTo>
                  <a:pt x="255" y="192"/>
                  <a:pt x="249" y="199"/>
                  <a:pt x="244" y="206"/>
                </a:cubicBezTo>
                <a:cubicBezTo>
                  <a:pt x="238" y="214"/>
                  <a:pt x="236" y="225"/>
                  <a:pt x="236" y="238"/>
                </a:cubicBezTo>
                <a:cubicBezTo>
                  <a:pt x="236" y="253"/>
                  <a:pt x="239" y="266"/>
                  <a:pt x="246" y="275"/>
                </a:cubicBezTo>
                <a:cubicBezTo>
                  <a:pt x="252" y="286"/>
                  <a:pt x="262" y="294"/>
                  <a:pt x="274" y="300"/>
                </a:cubicBezTo>
                <a:cubicBezTo>
                  <a:pt x="285" y="305"/>
                  <a:pt x="297" y="308"/>
                  <a:pt x="312" y="308"/>
                </a:cubicBezTo>
                <a:cubicBezTo>
                  <a:pt x="325" y="308"/>
                  <a:pt x="336" y="306"/>
                  <a:pt x="345" y="302"/>
                </a:cubicBezTo>
                <a:cubicBezTo>
                  <a:pt x="354" y="298"/>
                  <a:pt x="361" y="293"/>
                  <a:pt x="366" y="287"/>
                </a:cubicBezTo>
                <a:cubicBezTo>
                  <a:pt x="372" y="283"/>
                  <a:pt x="376" y="276"/>
                  <a:pt x="378" y="272"/>
                </a:cubicBezTo>
                <a:cubicBezTo>
                  <a:pt x="380" y="272"/>
                  <a:pt x="380" y="272"/>
                  <a:pt x="380" y="272"/>
                </a:cubicBezTo>
                <a:cubicBezTo>
                  <a:pt x="380" y="303"/>
                  <a:pt x="380" y="303"/>
                  <a:pt x="380" y="303"/>
                </a:cubicBezTo>
                <a:cubicBezTo>
                  <a:pt x="414" y="303"/>
                  <a:pt x="414" y="303"/>
                  <a:pt x="414" y="303"/>
                </a:cubicBezTo>
                <a:cubicBezTo>
                  <a:pt x="414" y="153"/>
                  <a:pt x="414" y="153"/>
                  <a:pt x="414" y="153"/>
                </a:cubicBezTo>
                <a:cubicBezTo>
                  <a:pt x="414" y="135"/>
                  <a:pt x="411" y="121"/>
                  <a:pt x="406" y="110"/>
                </a:cubicBezTo>
                <a:cubicBezTo>
                  <a:pt x="400" y="99"/>
                  <a:pt x="392" y="92"/>
                  <a:pt x="384" y="86"/>
                </a:cubicBezTo>
                <a:close/>
                <a:moveTo>
                  <a:pt x="159" y="129"/>
                </a:moveTo>
                <a:cubicBezTo>
                  <a:pt x="155" y="139"/>
                  <a:pt x="147" y="145"/>
                  <a:pt x="138" y="151"/>
                </a:cubicBezTo>
                <a:cubicBezTo>
                  <a:pt x="128" y="157"/>
                  <a:pt x="116" y="160"/>
                  <a:pt x="99" y="160"/>
                </a:cubicBezTo>
                <a:cubicBezTo>
                  <a:pt x="35" y="160"/>
                  <a:pt x="35" y="160"/>
                  <a:pt x="35" y="160"/>
                </a:cubicBezTo>
                <a:cubicBezTo>
                  <a:pt x="35" y="33"/>
                  <a:pt x="35" y="33"/>
                  <a:pt x="35" y="33"/>
                </a:cubicBezTo>
                <a:cubicBezTo>
                  <a:pt x="98" y="33"/>
                  <a:pt x="98" y="33"/>
                  <a:pt x="98" y="33"/>
                </a:cubicBezTo>
                <a:cubicBezTo>
                  <a:pt x="115" y="33"/>
                  <a:pt x="128" y="35"/>
                  <a:pt x="138" y="41"/>
                </a:cubicBezTo>
                <a:cubicBezTo>
                  <a:pt x="147" y="47"/>
                  <a:pt x="155" y="54"/>
                  <a:pt x="159" y="63"/>
                </a:cubicBezTo>
                <a:cubicBezTo>
                  <a:pt x="163" y="73"/>
                  <a:pt x="165" y="84"/>
                  <a:pt x="165" y="96"/>
                </a:cubicBezTo>
                <a:cubicBezTo>
                  <a:pt x="165" y="108"/>
                  <a:pt x="163" y="119"/>
                  <a:pt x="159" y="129"/>
                </a:cubicBezTo>
                <a:close/>
                <a:moveTo>
                  <a:pt x="157" y="13"/>
                </a:moveTo>
                <a:cubicBezTo>
                  <a:pt x="142" y="5"/>
                  <a:pt x="123" y="0"/>
                  <a:pt x="1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303"/>
                  <a:pt x="0" y="303"/>
                  <a:pt x="0" y="303"/>
                </a:cubicBezTo>
                <a:cubicBezTo>
                  <a:pt x="35" y="303"/>
                  <a:pt x="35" y="303"/>
                  <a:pt x="35" y="303"/>
                </a:cubicBezTo>
                <a:cubicBezTo>
                  <a:pt x="35" y="192"/>
                  <a:pt x="35" y="192"/>
                  <a:pt x="35" y="192"/>
                </a:cubicBezTo>
                <a:cubicBezTo>
                  <a:pt x="100" y="192"/>
                  <a:pt x="100" y="192"/>
                  <a:pt x="100" y="192"/>
                </a:cubicBezTo>
                <a:cubicBezTo>
                  <a:pt x="123" y="192"/>
                  <a:pt x="142" y="188"/>
                  <a:pt x="158" y="179"/>
                </a:cubicBezTo>
                <a:cubicBezTo>
                  <a:pt x="172" y="170"/>
                  <a:pt x="183" y="159"/>
                  <a:pt x="190" y="144"/>
                </a:cubicBezTo>
                <a:cubicBezTo>
                  <a:pt x="197" y="129"/>
                  <a:pt x="201" y="114"/>
                  <a:pt x="201" y="96"/>
                </a:cubicBezTo>
                <a:cubicBezTo>
                  <a:pt x="201" y="78"/>
                  <a:pt x="197" y="62"/>
                  <a:pt x="190" y="48"/>
                </a:cubicBezTo>
                <a:cubicBezTo>
                  <a:pt x="183" y="33"/>
                  <a:pt x="172" y="22"/>
                  <a:pt x="157" y="1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31620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17" userDrawn="1">
          <p15:clr>
            <a:srgbClr val="46BEAA"/>
          </p15:clr>
        </p15:guide>
        <p15:guide id="2" orient="horz" pos="2122" userDrawn="1">
          <p15:clr>
            <a:srgbClr val="46BEAA"/>
          </p15:clr>
        </p15:guide>
        <p15:guide id="3" pos="2267" userDrawn="1">
          <p15:clr>
            <a:srgbClr val="46BEAA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[Chapter slide (Green-Yellow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>
            <a:gsLst>
              <a:gs pos="0">
                <a:srgbClr val="00C0A9"/>
              </a:gs>
              <a:gs pos="18000">
                <a:srgbClr val="2DC79C"/>
              </a:gs>
              <a:gs pos="35000">
                <a:srgbClr val="59CF90"/>
              </a:gs>
              <a:gs pos="52000">
                <a:srgbClr val="84D684"/>
              </a:gs>
              <a:gs pos="67000">
                <a:srgbClr val="AADD79"/>
              </a:gs>
              <a:gs pos="80000">
                <a:srgbClr val="CBE270"/>
              </a:gs>
              <a:gs pos="100000">
                <a:srgbClr val="FFEB61"/>
              </a:gs>
            </a:gsLst>
            <a:lin ang="0" scaled="1"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1" name="01_***Title 2">
            <a:extLst>
              <a:ext uri="{FF2B5EF4-FFF2-40B4-BE49-F238E27FC236}">
                <a16:creationId xmlns:a16="http://schemas.microsoft.com/office/drawing/2014/main" id="{0AF88769-48F2-08FC-C5F4-F7B38E418D0F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19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D97159F-D778-787D-FE4D-DF7BC823F279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02C2304-96C4-081C-1873-4AAFCCE1FF11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59149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6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[Chapter slide (Green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00C3A7"/>
              </a:gs>
              <a:gs pos="27000">
                <a:srgbClr val="00C0A5"/>
              </a:gs>
              <a:gs pos="49000">
                <a:srgbClr val="00B69F"/>
              </a:gs>
              <a:gs pos="69000">
                <a:srgbClr val="00A594"/>
              </a:gs>
              <a:gs pos="88000">
                <a:srgbClr val="008D85"/>
              </a:gs>
              <a:gs pos="100000">
                <a:srgbClr val="007978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1" name="01_***Title 2">
            <a:extLst>
              <a:ext uri="{FF2B5EF4-FFF2-40B4-BE49-F238E27FC236}">
                <a16:creationId xmlns:a16="http://schemas.microsoft.com/office/drawing/2014/main" id="{F87485EE-49EB-40C5-C72C-02756E4FC497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20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7D4AC81B-66C0-818A-31F2-60BF4561053E}"/>
              </a:ext>
            </a:extLst>
          </p:cNvPr>
          <p:cNvSpPr>
            <a:spLocks noGrp="1" noSelect="1"/>
          </p:cNvSpPr>
          <p:nvPr>
            <p:ph type="ftr" sz="quarter" idx="10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A4C59A2C-909D-BA76-21E9-D787F42B3B9B}"/>
              </a:ext>
            </a:extLst>
          </p:cNvPr>
          <p:cNvSpPr>
            <a:spLocks noGrp="1" noSelect="1"/>
          </p:cNvSpPr>
          <p:nvPr>
            <p:ph type="sldNum" sz="quarter" idx="11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238764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6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pter slide (Green-Purple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1" name="01_***Title 2">
            <a:extLst>
              <a:ext uri="{FF2B5EF4-FFF2-40B4-BE49-F238E27FC236}">
                <a16:creationId xmlns:a16="http://schemas.microsoft.com/office/drawing/2014/main" id="{DFB4F689-1B49-8A19-E006-1D573CC71840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20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5DA7971-EC74-B102-38C5-17E9056D7B00}"/>
              </a:ext>
            </a:extLst>
          </p:cNvPr>
          <p:cNvSpPr>
            <a:spLocks noGrp="1" noSelect="1"/>
          </p:cNvSpPr>
          <p:nvPr>
            <p:ph type="ftr" sz="quarter" idx="10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406EE987-CB36-F2E0-68B8-AA5B92A2E384}"/>
              </a:ext>
            </a:extLst>
          </p:cNvPr>
          <p:cNvSpPr>
            <a:spLocks noGrp="1" noSelect="1"/>
          </p:cNvSpPr>
          <p:nvPr>
            <p:ph type="sldNum" sz="quarter" idx="11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0013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6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pter slide (Purple-Red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F24E3B"/>
              </a:gs>
              <a:gs pos="19000">
                <a:srgbClr val="DC4D53"/>
              </a:gs>
              <a:gs pos="34000">
                <a:srgbClr val="CB4D66"/>
              </a:gs>
              <a:gs pos="49000">
                <a:srgbClr val="BA4C79"/>
              </a:gs>
              <a:gs pos="66000">
                <a:srgbClr val="A74B8E"/>
              </a:gs>
              <a:gs pos="82000">
                <a:srgbClr val="944BA3"/>
              </a:gs>
              <a:gs pos="100000">
                <a:srgbClr val="804AB9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0" name="01_***Title 2">
            <a:extLst>
              <a:ext uri="{FF2B5EF4-FFF2-40B4-BE49-F238E27FC236}">
                <a16:creationId xmlns:a16="http://schemas.microsoft.com/office/drawing/2014/main" id="{C93A15A4-56F8-4A92-52AB-79DE05070CA3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20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5023DF9-BC1E-0D47-A487-09B1D5C10F2E}"/>
              </a:ext>
            </a:extLst>
          </p:cNvPr>
          <p:cNvSpPr>
            <a:spLocks noGrp="1" noSelect="1"/>
          </p:cNvSpPr>
          <p:nvPr>
            <p:ph type="ftr" sz="quarter" idx="10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9E2CD82C-946A-C194-72BC-D7AC066EA16A}"/>
              </a:ext>
            </a:extLst>
          </p:cNvPr>
          <p:cNvSpPr>
            <a:spLocks noGrp="1" noSelect="1"/>
          </p:cNvSpPr>
          <p:nvPr>
            <p:ph type="sldNum" sz="quarter" idx="11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17060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8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pter slide (Yellow-Orange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FF808E"/>
              </a:gs>
              <a:gs pos="18000">
                <a:srgbClr val="FF9485"/>
              </a:gs>
              <a:gs pos="37000">
                <a:srgbClr val="FFA87D"/>
              </a:gs>
              <a:gs pos="50000">
                <a:srgbClr val="FFB876"/>
              </a:gs>
              <a:gs pos="65000">
                <a:srgbClr val="FFC96F"/>
              </a:gs>
              <a:gs pos="82000">
                <a:srgbClr val="FFD769"/>
              </a:gs>
              <a:gs pos="100000">
                <a:srgbClr val="FFEB61"/>
              </a:gs>
            </a:gsLst>
            <a:lin ang="108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0" name="01_***Title 2">
            <a:extLst>
              <a:ext uri="{FF2B5EF4-FFF2-40B4-BE49-F238E27FC236}">
                <a16:creationId xmlns:a16="http://schemas.microsoft.com/office/drawing/2014/main" id="{FBDEFCAF-3980-6329-076C-A1C79C7DEC5C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20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E8AB939-CDCD-BE54-D3ED-70C190058D93}"/>
              </a:ext>
            </a:extLst>
          </p:cNvPr>
          <p:cNvSpPr>
            <a:spLocks noGrp="1" noSelect="1"/>
          </p:cNvSpPr>
          <p:nvPr>
            <p:ph type="ftr" sz="quarter" idx="10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41E72B03-BDB3-C8E7-1356-D020DAA4C293}"/>
              </a:ext>
            </a:extLst>
          </p:cNvPr>
          <p:cNvSpPr>
            <a:spLocks noGrp="1" noSelect="1"/>
          </p:cNvSpPr>
          <p:nvPr>
            <p:ph type="sldNum" sz="quarter" idx="11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2962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6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pter slide (Blue-Pink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88191">
                <a:srgbClr val="E17B8E"/>
              </a:gs>
              <a:gs pos="65908">
                <a:srgbClr val="A8738E"/>
              </a:gs>
              <a:gs pos="37283">
                <a:srgbClr val="5F688E"/>
              </a:gs>
              <a:gs pos="15906">
                <a:srgbClr val="28608F"/>
              </a:gs>
              <a:gs pos="74550">
                <a:srgbClr val="BE768E"/>
              </a:gs>
              <a:gs pos="24100">
                <a:srgbClr val="3D638F"/>
              </a:gs>
              <a:gs pos="0">
                <a:srgbClr val="005A8F"/>
              </a:gs>
              <a:gs pos="50000">
                <a:srgbClr val="7F6D8E"/>
              </a:gs>
              <a:gs pos="100000">
                <a:srgbClr val="FF808E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0" name="01_***Title 2">
            <a:extLst>
              <a:ext uri="{FF2B5EF4-FFF2-40B4-BE49-F238E27FC236}">
                <a16:creationId xmlns:a16="http://schemas.microsoft.com/office/drawing/2014/main" id="{B65ED370-00C2-6E4B-12B1-0E16D87C31F0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20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0F2C7A0-0D84-A27D-7ECC-B6CE6ED80BD9}"/>
              </a:ext>
            </a:extLst>
          </p:cNvPr>
          <p:cNvSpPr>
            <a:spLocks noGrp="1" noSelect="1"/>
          </p:cNvSpPr>
          <p:nvPr>
            <p:ph type="ftr" sz="quarter" idx="10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E23578A5-995E-4A04-0370-32FBFB91AA5D}"/>
              </a:ext>
            </a:extLst>
          </p:cNvPr>
          <p:cNvSpPr>
            <a:spLocks noGrp="1" noSelect="1"/>
          </p:cNvSpPr>
          <p:nvPr>
            <p:ph type="sldNum" sz="quarter" idx="11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90667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6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pter slide (Blue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00B5D5"/>
              </a:gs>
              <a:gs pos="18000">
                <a:srgbClr val="00B4D4"/>
              </a:gs>
              <a:gs pos="30000">
                <a:srgbClr val="00B0D2"/>
              </a:gs>
              <a:gs pos="32000">
                <a:srgbClr val="00AFD1"/>
              </a:gs>
              <a:gs pos="45000">
                <a:srgbClr val="00AACD"/>
              </a:gs>
              <a:gs pos="54000">
                <a:srgbClr val="00A2C7"/>
              </a:gs>
              <a:gs pos="69000">
                <a:srgbClr val="0090B9"/>
              </a:gs>
              <a:gs pos="72000">
                <a:srgbClr val="008CB6"/>
              </a:gs>
              <a:gs pos="91000">
                <a:srgbClr val="006B9C"/>
              </a:gs>
              <a:gs pos="100000">
                <a:srgbClr val="005A8F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0" name="01_***Title 2">
            <a:extLst>
              <a:ext uri="{FF2B5EF4-FFF2-40B4-BE49-F238E27FC236}">
                <a16:creationId xmlns:a16="http://schemas.microsoft.com/office/drawing/2014/main" id="{0FFBAF94-BA4B-F797-F593-B94CE9CDAAD9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20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5F743844-1993-8304-5D2F-8F6447C96C3B}"/>
              </a:ext>
            </a:extLst>
          </p:cNvPr>
          <p:cNvSpPr>
            <a:spLocks noGrp="1" noSelect="1"/>
          </p:cNvSpPr>
          <p:nvPr>
            <p:ph type="ftr" sz="quarter" idx="10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A042AF5C-36A4-1244-2EE6-D66CA027B2FB}"/>
              </a:ext>
            </a:extLst>
          </p:cNvPr>
          <p:cNvSpPr>
            <a:spLocks noGrp="1" noSelect="1"/>
          </p:cNvSpPr>
          <p:nvPr>
            <p:ph type="sldNum" sz="quarter" idx="11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37674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6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hapter slide (Orange-Yellow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ame 1">
            <a:extLst>
              <a:ext uri="{FF2B5EF4-FFF2-40B4-BE49-F238E27FC236}">
                <a16:creationId xmlns:a16="http://schemas.microsoft.com/office/drawing/2014/main" id="{F50025DF-EB97-C249-3617-99A4B7621D4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976312" y="323850"/>
            <a:ext cx="4500563" cy="4500563"/>
          </a:xfrm>
          <a:custGeom>
            <a:avLst/>
            <a:gdLst>
              <a:gd name="T0" fmla="*/ 4188 w 18902"/>
              <a:gd name="T1" fmla="*/ 9452 h 18903"/>
              <a:gd name="T2" fmla="*/ 9451 w 18902"/>
              <a:gd name="T3" fmla="*/ 4188 h 18903"/>
              <a:gd name="T4" fmla="*/ 14715 w 18902"/>
              <a:gd name="T5" fmla="*/ 9452 h 18903"/>
              <a:gd name="T6" fmla="*/ 9451 w 18902"/>
              <a:gd name="T7" fmla="*/ 14715 h 18903"/>
              <a:gd name="T8" fmla="*/ 4188 w 18902"/>
              <a:gd name="T9" fmla="*/ 9452 h 18903"/>
              <a:gd name="T10" fmla="*/ 5771 w 18902"/>
              <a:gd name="T11" fmla="*/ 745 h 18903"/>
              <a:gd name="T12" fmla="*/ 2768 w 18902"/>
              <a:gd name="T13" fmla="*/ 2768 h 18903"/>
              <a:gd name="T14" fmla="*/ 744 w 18902"/>
              <a:gd name="T15" fmla="*/ 5771 h 18903"/>
              <a:gd name="T16" fmla="*/ 0 w 18902"/>
              <a:gd name="T17" fmla="*/ 9452 h 18903"/>
              <a:gd name="T18" fmla="*/ 744 w 18902"/>
              <a:gd name="T19" fmla="*/ 13132 h 18903"/>
              <a:gd name="T20" fmla="*/ 2768 w 18902"/>
              <a:gd name="T21" fmla="*/ 16135 h 18903"/>
              <a:gd name="T22" fmla="*/ 5771 w 18902"/>
              <a:gd name="T23" fmla="*/ 18158 h 18903"/>
              <a:gd name="T24" fmla="*/ 9451 w 18902"/>
              <a:gd name="T25" fmla="*/ 18903 h 18903"/>
              <a:gd name="T26" fmla="*/ 13131 w 18902"/>
              <a:gd name="T27" fmla="*/ 18158 h 18903"/>
              <a:gd name="T28" fmla="*/ 16134 w 18902"/>
              <a:gd name="T29" fmla="*/ 16135 h 18903"/>
              <a:gd name="T30" fmla="*/ 18158 w 18902"/>
              <a:gd name="T31" fmla="*/ 13132 h 18903"/>
              <a:gd name="T32" fmla="*/ 18902 w 18902"/>
              <a:gd name="T33" fmla="*/ 9452 h 18903"/>
              <a:gd name="T34" fmla="*/ 18158 w 18902"/>
              <a:gd name="T35" fmla="*/ 5771 h 18903"/>
              <a:gd name="T36" fmla="*/ 16134 w 18902"/>
              <a:gd name="T37" fmla="*/ 2768 h 18903"/>
              <a:gd name="T38" fmla="*/ 13131 w 18902"/>
              <a:gd name="T39" fmla="*/ 745 h 18903"/>
              <a:gd name="T40" fmla="*/ 9451 w 18902"/>
              <a:gd name="T41" fmla="*/ 0 h 18903"/>
              <a:gd name="T42" fmla="*/ 5771 w 18902"/>
              <a:gd name="T43" fmla="*/ 745 h 189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8902" h="18903">
                <a:moveTo>
                  <a:pt x="4188" y="9452"/>
                </a:moveTo>
                <a:cubicBezTo>
                  <a:pt x="4188" y="6545"/>
                  <a:pt x="6544" y="4188"/>
                  <a:pt x="9451" y="4188"/>
                </a:cubicBezTo>
                <a:cubicBezTo>
                  <a:pt x="12358" y="4188"/>
                  <a:pt x="14715" y="6545"/>
                  <a:pt x="14715" y="9452"/>
                </a:cubicBezTo>
                <a:cubicBezTo>
                  <a:pt x="14715" y="12358"/>
                  <a:pt x="12358" y="14715"/>
                  <a:pt x="9451" y="14715"/>
                </a:cubicBezTo>
                <a:cubicBezTo>
                  <a:pt x="6544" y="14715"/>
                  <a:pt x="4188" y="12358"/>
                  <a:pt x="4188" y="9452"/>
                </a:cubicBezTo>
                <a:moveTo>
                  <a:pt x="5771" y="745"/>
                </a:moveTo>
                <a:cubicBezTo>
                  <a:pt x="4645" y="1221"/>
                  <a:pt x="3635" y="1902"/>
                  <a:pt x="2768" y="2768"/>
                </a:cubicBezTo>
                <a:cubicBezTo>
                  <a:pt x="1902" y="3635"/>
                  <a:pt x="1221" y="4645"/>
                  <a:pt x="744" y="5771"/>
                </a:cubicBezTo>
                <a:cubicBezTo>
                  <a:pt x="250" y="6939"/>
                  <a:pt x="0" y="8177"/>
                  <a:pt x="0" y="9452"/>
                </a:cubicBezTo>
                <a:cubicBezTo>
                  <a:pt x="0" y="10726"/>
                  <a:pt x="250" y="11964"/>
                  <a:pt x="744" y="13132"/>
                </a:cubicBezTo>
                <a:cubicBezTo>
                  <a:pt x="1221" y="14258"/>
                  <a:pt x="1902" y="15268"/>
                  <a:pt x="2768" y="16135"/>
                </a:cubicBezTo>
                <a:cubicBezTo>
                  <a:pt x="3635" y="17001"/>
                  <a:pt x="4645" y="17682"/>
                  <a:pt x="5771" y="18158"/>
                </a:cubicBezTo>
                <a:cubicBezTo>
                  <a:pt x="6939" y="18652"/>
                  <a:pt x="8177" y="18903"/>
                  <a:pt x="9451" y="18903"/>
                </a:cubicBezTo>
                <a:cubicBezTo>
                  <a:pt x="10725" y="18903"/>
                  <a:pt x="11963" y="18652"/>
                  <a:pt x="13131" y="18158"/>
                </a:cubicBezTo>
                <a:cubicBezTo>
                  <a:pt x="14257" y="17682"/>
                  <a:pt x="15268" y="17001"/>
                  <a:pt x="16134" y="16135"/>
                </a:cubicBezTo>
                <a:cubicBezTo>
                  <a:pt x="17001" y="15268"/>
                  <a:pt x="17682" y="14258"/>
                  <a:pt x="18158" y="13132"/>
                </a:cubicBezTo>
                <a:cubicBezTo>
                  <a:pt x="18652" y="11964"/>
                  <a:pt x="18902" y="10726"/>
                  <a:pt x="18902" y="9452"/>
                </a:cubicBezTo>
                <a:cubicBezTo>
                  <a:pt x="18902" y="8177"/>
                  <a:pt x="18652" y="6939"/>
                  <a:pt x="18158" y="5771"/>
                </a:cubicBezTo>
                <a:cubicBezTo>
                  <a:pt x="17682" y="4645"/>
                  <a:pt x="17001" y="3635"/>
                  <a:pt x="16134" y="2768"/>
                </a:cubicBezTo>
                <a:cubicBezTo>
                  <a:pt x="15268" y="1902"/>
                  <a:pt x="14257" y="1221"/>
                  <a:pt x="13131" y="745"/>
                </a:cubicBezTo>
                <a:cubicBezTo>
                  <a:pt x="11963" y="251"/>
                  <a:pt x="10725" y="0"/>
                  <a:pt x="9451" y="0"/>
                </a:cubicBezTo>
                <a:cubicBezTo>
                  <a:pt x="8177" y="0"/>
                  <a:pt x="6939" y="251"/>
                  <a:pt x="5771" y="745"/>
                </a:cubicBezTo>
              </a:path>
            </a:pathLst>
          </a:custGeom>
          <a:gradFill flip="none" rotWithShape="1">
            <a:gsLst>
              <a:gs pos="0">
                <a:srgbClr val="F08791"/>
              </a:gs>
              <a:gs pos="22000">
                <a:srgbClr val="F39D8C"/>
              </a:gs>
              <a:gs pos="37000">
                <a:srgbClr val="F6AD88"/>
              </a:gs>
              <a:gs pos="52000">
                <a:srgbClr val="F8BB84"/>
              </a:gs>
              <a:gs pos="70000">
                <a:srgbClr val="FBCD7F"/>
              </a:gs>
              <a:gs pos="86000">
                <a:srgbClr val="FDDD7B"/>
              </a:gs>
              <a:gs pos="100000">
                <a:srgbClr val="FFEB78"/>
              </a:gs>
            </a:gsLst>
            <a:lin ang="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10" name="01_***Title 2">
            <a:extLst>
              <a:ext uri="{FF2B5EF4-FFF2-40B4-BE49-F238E27FC236}">
                <a16:creationId xmlns:a16="http://schemas.microsoft.com/office/drawing/2014/main" id="{CBEA200D-F262-F300-33E9-489AB0395136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221280" y="1597320"/>
            <a:ext cx="5562720" cy="189504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 indent="0">
              <a:buFont typeface="+mj-lt"/>
            </a:pPr>
            <a:r>
              <a:rPr lang="en-GB"/>
              <a:t>[Title]</a:t>
            </a:r>
            <a:endParaRPr lang="en-GB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1E746A4C-9815-24E1-081F-C6C8DECC0963}"/>
              </a:ext>
            </a:extLst>
          </p:cNvPr>
          <p:cNvSpPr>
            <a:spLocks noGrp="1" noSelect="1"/>
          </p:cNvSpPr>
          <p:nvPr>
            <p:ph type="ftr" sz="quarter" idx="10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27831556-F1D5-C60C-1CB6-ADAA5D89699D}"/>
              </a:ext>
            </a:extLst>
          </p:cNvPr>
          <p:cNvSpPr>
            <a:spLocks noGrp="1" noSelect="1"/>
          </p:cNvSpPr>
          <p:nvPr>
            <p:ph type="sldNum" sz="quarter" idx="11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32433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029" userDrawn="1">
          <p15:clr>
            <a:srgbClr val="46BEAA"/>
          </p15:clr>
        </p15:guide>
        <p15:guide id="2" orient="horz" pos="1006" userDrawn="1">
          <p15:clr>
            <a:srgbClr val="46BEAA"/>
          </p15:clr>
        </p15:guide>
        <p15:guide id="3" orient="horz" pos="2199" userDrawn="1">
          <p15:clr>
            <a:srgbClr val="46BEAA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genda slide Title, text and objec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01_Title 1">
            <a:extLst>
              <a:ext uri="{FF2B5EF4-FFF2-40B4-BE49-F238E27FC236}">
                <a16:creationId xmlns:a16="http://schemas.microsoft.com/office/drawing/2014/main" id="{5F19EEA4-C2EE-8678-8182-DF1822A33355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64240"/>
            <a:ext cx="8424359" cy="471240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NL"/>
            </a:lvl1pPr>
          </a:lstStyle>
          <a:p>
            <a:pPr marL="0" lvl="0"/>
            <a:r>
              <a:rPr lang="en-GB"/>
              <a:t>[Title]</a:t>
            </a:r>
            <a:endParaRPr lang="en-GB" dirty="0"/>
          </a:p>
        </p:txBody>
      </p:sp>
      <p:sp>
        <p:nvSpPr>
          <p:cNvPr id="11" name="02_Subtitle 2  [PHJU] (JU-Free)">
            <a:extLst>
              <a:ext uri="{FF2B5EF4-FFF2-40B4-BE49-F238E27FC236}">
                <a16:creationId xmlns:a16="http://schemas.microsoft.com/office/drawing/2014/main" id="{1C1E9BF8-7892-3E93-98B7-82FC164855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19"/>
            <a:ext cx="8424359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2" name="03_Introduction 3  [PHJU] (JU-Free)">
            <a:extLst>
              <a:ext uri="{FF2B5EF4-FFF2-40B4-BE49-F238E27FC236}">
                <a16:creationId xmlns:a16="http://schemas.microsoft.com/office/drawing/2014/main" id="{6A2EB1F6-9217-72E4-4BCD-0C9782AB592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gray">
          <a:xfrm>
            <a:off x="360000" y="1371600"/>
            <a:ext cx="8424359" cy="1096963"/>
          </a:xfrm>
          <a:prstGeom prst="rect">
            <a:avLst/>
          </a:prstGeom>
        </p:spPr>
        <p:txBody>
          <a:bodyPr lIns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 sz="1200" b="1"/>
            </a:lvl1pPr>
            <a:lvl2pPr marL="0" indent="0">
              <a:buNone/>
              <a:defRPr sz="1800"/>
            </a:lvl2pPr>
            <a:lvl3pPr marL="0" indent="0">
              <a:buNone/>
              <a:defRPr sz="1800"/>
            </a:lvl3pPr>
            <a:lvl4pPr marL="0" indent="0">
              <a:buFont typeface="Arial" panose="020B0604020202020204" pitchFamily="34" charset="0"/>
              <a:buNone/>
              <a:defRPr sz="1800"/>
            </a:lvl4pPr>
            <a:lvl5pPr marL="0" indent="0">
              <a:buFont typeface="Arial" panose="020B0604020202020204" pitchFamily="34" charset="0"/>
              <a:buNone/>
              <a:defRPr sz="1800"/>
            </a:lvl5pPr>
            <a:lvl6pPr marL="0" indent="0">
              <a:buFont typeface="Arial" panose="020B0604020202020204" pitchFamily="34" charset="0"/>
              <a:buNone/>
              <a:defRPr sz="1800"/>
            </a:lvl6pPr>
            <a:lvl7pPr marL="0" indent="0">
              <a:buFont typeface="Arial" panose="020B0604020202020204" pitchFamily="34" charset="0"/>
              <a:buNone/>
              <a:defRPr sz="1800"/>
            </a:lvl7pPr>
            <a:lvl8pPr marL="0" indent="0">
              <a:buFont typeface="Arial" panose="020B0604020202020204" pitchFamily="34" charset="0"/>
              <a:buNone/>
              <a:defRPr sz="1800"/>
            </a:lvl8pPr>
            <a:lvl9pPr marL="0" indent="0">
              <a:buFont typeface="Arial" panose="020B0604020202020204" pitchFamily="34" charset="0"/>
              <a:buNone/>
              <a:defRPr sz="1800"/>
            </a:lvl9pPr>
          </a:lstStyle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GB" dirty="0"/>
              <a:t>[Introduction to the agenda]</a:t>
            </a:r>
          </a:p>
          <a:p>
            <a:pPr marL="0" marR="0" lvl="0" indent="0" algn="l" defTabSz="6858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lang="en-GB" dirty="0"/>
              <a:t>JU-LEVEL1=Introduction</a:t>
            </a:r>
          </a:p>
        </p:txBody>
      </p:sp>
      <p:sp>
        <p:nvSpPr>
          <p:cNvPr id="14" name="04_Frame text 4 [PHJU]">
            <a:extLst>
              <a:ext uri="{FF2B5EF4-FFF2-40B4-BE49-F238E27FC236}">
                <a16:creationId xmlns:a16="http://schemas.microsoft.com/office/drawing/2014/main" id="{2C5EC414-7E9A-7B8F-E3C1-FA1423396ECE}"/>
              </a:ext>
            </a:extLst>
          </p:cNvPr>
          <p:cNvSpPr>
            <a:spLocks noGrp="1" noSelect="1"/>
          </p:cNvSpPr>
          <p:nvPr>
            <p:ph type="body" sz="quarter" idx="1003" hasCustomPrompt="1"/>
          </p:nvPr>
        </p:nvSpPr>
        <p:spPr>
          <a:xfrm>
            <a:off x="360000" y="2570399"/>
            <a:ext cx="8424359" cy="2055575"/>
          </a:xfrm>
          <a:prstGeom prst="rect">
            <a:avLst/>
          </a:prstGeom>
        </p:spPr>
        <p:txBody>
          <a:bodyPr lIns="0"/>
          <a:lstStyle>
            <a:lvl1pPr marL="228600" indent="-228600">
              <a:buAutoNum type="arabicPeriod"/>
              <a:defRPr/>
            </a:lvl1pPr>
          </a:lstStyle>
          <a:p>
            <a:pPr lvl="0"/>
            <a:r>
              <a:rPr lang="en-GB" noProof="1"/>
              <a:t>[Text]</a:t>
            </a:r>
            <a:endParaRPr lang="en-GB" dirty="0"/>
          </a:p>
        </p:txBody>
      </p:sp>
      <p:sp>
        <p:nvSpPr>
          <p:cNvPr id="15" name="Footer Placeholder 5">
            <a:extLst>
              <a:ext uri="{FF2B5EF4-FFF2-40B4-BE49-F238E27FC236}">
                <a16:creationId xmlns:a16="http://schemas.microsoft.com/office/drawing/2014/main" id="{398575BE-C0D7-5164-663F-C66A4001BA6A}"/>
              </a:ext>
            </a:extLst>
          </p:cNvPr>
          <p:cNvSpPr>
            <a:spLocks noGrp="1" noSelect="1"/>
          </p:cNvSpPr>
          <p:nvPr>
            <p:ph type="ftr" sz="quarter" idx="1004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6">
            <a:extLst>
              <a:ext uri="{FF2B5EF4-FFF2-40B4-BE49-F238E27FC236}">
                <a16:creationId xmlns:a16="http://schemas.microsoft.com/office/drawing/2014/main" id="{087DEBD1-7820-5B71-71A5-E22282C62714}"/>
              </a:ext>
            </a:extLst>
          </p:cNvPr>
          <p:cNvSpPr>
            <a:spLocks noGrp="1" noSelect="1"/>
          </p:cNvSpPr>
          <p:nvPr>
            <p:ph type="sldNum" sz="quarter" idx="1005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48364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ontent slide Title, text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01_Title 1">
            <a:extLst>
              <a:ext uri="{FF2B5EF4-FFF2-40B4-BE49-F238E27FC236}">
                <a16:creationId xmlns:a16="http://schemas.microsoft.com/office/drawing/2014/main" id="{C1B75C38-5C8A-D916-C955-465230169A55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64240"/>
            <a:ext cx="8424000" cy="471240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NL"/>
            </a:lvl1pPr>
          </a:lstStyle>
          <a:p>
            <a:pPr marL="0" lvl="0"/>
            <a:r>
              <a:rPr lang="en-GB"/>
              <a:t>[Title]</a:t>
            </a:r>
            <a:endParaRPr lang="en-GB" dirty="0"/>
          </a:p>
        </p:txBody>
      </p:sp>
      <p:sp>
        <p:nvSpPr>
          <p:cNvPr id="12" name="02_Subtitle 2  [PHJU] (JU-Free)">
            <a:extLst>
              <a:ext uri="{FF2B5EF4-FFF2-40B4-BE49-F238E27FC236}">
                <a16:creationId xmlns:a16="http://schemas.microsoft.com/office/drawing/2014/main" id="{2641829A-2816-7A82-1BA3-778D685BED9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000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3" name="03_Frame text 3 [PHJU]">
            <a:extLst>
              <a:ext uri="{FF2B5EF4-FFF2-40B4-BE49-F238E27FC236}">
                <a16:creationId xmlns:a16="http://schemas.microsoft.com/office/drawing/2014/main" id="{8939B30F-0695-2D25-F1FE-EA55C045B9F8}"/>
              </a:ext>
            </a:extLst>
          </p:cNvPr>
          <p:cNvSpPr>
            <a:spLocks noGrp="1" noSelect="1"/>
          </p:cNvSpPr>
          <p:nvPr>
            <p:ph type="body" sz="quarter" idx="1003" hasCustomPrompt="1"/>
          </p:nvPr>
        </p:nvSpPr>
        <p:spPr>
          <a:xfrm>
            <a:off x="360000" y="1371599"/>
            <a:ext cx="8424000" cy="3255963"/>
          </a:xfrm>
          <a:prstGeom prst="rect">
            <a:avLst/>
          </a:prstGeom>
        </p:spPr>
        <p:txBody>
          <a:bodyPr/>
          <a:lstStyle>
            <a:lvl1pPr marL="177800" indent="-1778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GB" noProof="1"/>
              <a:t>[Text]</a:t>
            </a:r>
            <a:endParaRPr lang="nl-NL" dirty="0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52887D8-3753-0EFF-4602-1989865869F9}"/>
              </a:ext>
            </a:extLst>
          </p:cNvPr>
          <p:cNvSpPr>
            <a:spLocks noGrp="1" noSelect="1"/>
          </p:cNvSpPr>
          <p:nvPr>
            <p:ph type="ftr" sz="quarter" idx="1004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165F2D4-6486-2909-CB0D-3FF0EC645E40}"/>
              </a:ext>
            </a:extLst>
          </p:cNvPr>
          <p:cNvSpPr>
            <a:spLocks noGrp="1" noSelect="1"/>
          </p:cNvSpPr>
          <p:nvPr>
            <p:ph type="sldNum" sz="quarter" idx="1005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4414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2">
          <p15:clr>
            <a:srgbClr val="46BEAA"/>
          </p15:clr>
        </p15:guide>
        <p15:guide id="3" pos="1857">
          <p15:clr>
            <a:srgbClr val="46BEAA"/>
          </p15:clr>
        </p15:guide>
        <p15:guide id="5" orient="horz" pos="2914">
          <p15:clr>
            <a:srgbClr val="46BEAA"/>
          </p15:clr>
        </p15:guide>
        <p15:guide id="6" pos="2055">
          <p15:clr>
            <a:srgbClr val="46BEAA"/>
          </p15:clr>
        </p15:guide>
        <p15:guide id="7" orient="horz" pos="747" userDrawn="1">
          <p15:clr>
            <a:srgbClr val="46BEAA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Agenda slide Title, text and picture 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01_Title 1">
            <a:extLst>
              <a:ext uri="{FF2B5EF4-FFF2-40B4-BE49-F238E27FC236}">
                <a16:creationId xmlns:a16="http://schemas.microsoft.com/office/drawing/2014/main" id="{111A87B2-60F1-A99A-D34F-38D3EC35049A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64326"/>
            <a:ext cx="4032000" cy="471344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NL"/>
            </a:lvl1pPr>
          </a:lstStyle>
          <a:p>
            <a:pPr marL="0" lvl="0"/>
            <a:r>
              <a:rPr lang="en-GB"/>
              <a:t>[Title]</a:t>
            </a:r>
            <a:endParaRPr lang="en-GB" dirty="0"/>
          </a:p>
        </p:txBody>
      </p:sp>
      <p:sp>
        <p:nvSpPr>
          <p:cNvPr id="12" name="02_Subtitle 2  [PHJU] (JU-Free)">
            <a:extLst>
              <a:ext uri="{FF2B5EF4-FFF2-40B4-BE49-F238E27FC236}">
                <a16:creationId xmlns:a16="http://schemas.microsoft.com/office/drawing/2014/main" id="{84759576-8853-1211-1469-A2652DF3ED9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19"/>
            <a:ext cx="4032000" cy="35856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14" name="03_Frame text 3 [PHJU]">
            <a:extLst>
              <a:ext uri="{FF2B5EF4-FFF2-40B4-BE49-F238E27FC236}">
                <a16:creationId xmlns:a16="http://schemas.microsoft.com/office/drawing/2014/main" id="{FD8B5EF6-1450-CD40-C882-758EB3890D7F}"/>
              </a:ext>
            </a:extLst>
          </p:cNvPr>
          <p:cNvSpPr>
            <a:spLocks noGrp="1" noSelect="1"/>
          </p:cNvSpPr>
          <p:nvPr>
            <p:ph type="body" sz="quarter" idx="1003" hasCustomPrompt="1"/>
          </p:nvPr>
        </p:nvSpPr>
        <p:spPr>
          <a:xfrm>
            <a:off x="360000" y="1371600"/>
            <a:ext cx="4032000" cy="3255963"/>
          </a:xfrm>
          <a:prstGeom prst="rect">
            <a:avLst/>
          </a:prstGeom>
        </p:spPr>
        <p:txBody>
          <a:bodyPr lIns="0"/>
          <a:lstStyle>
            <a:lvl1pPr marL="228600" indent="-228600">
              <a:buAutoNum type="arabicPeriod"/>
              <a:defRPr/>
            </a:lvl1pPr>
          </a:lstStyle>
          <a:p>
            <a:pPr lvl="0"/>
            <a:r>
              <a:rPr lang="en-GB" noProof="1"/>
              <a:t>[Text]</a:t>
            </a:r>
            <a:endParaRPr lang="nl-NL" dirty="0"/>
          </a:p>
        </p:txBody>
      </p:sp>
      <p:sp>
        <p:nvSpPr>
          <p:cNvPr id="4" name="Picture_placeholder JU 4  [PHJU] (JU-Free)">
            <a:extLst>
              <a:ext uri="{FF2B5EF4-FFF2-40B4-BE49-F238E27FC236}">
                <a16:creationId xmlns:a16="http://schemas.microsoft.com/office/drawing/2014/main" id="{F06CBA2E-7EFB-299D-D213-4A7B92848661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 bwMode="gray">
          <a:xfrm>
            <a:off x="4571987" y="-14"/>
            <a:ext cx="4572027" cy="5144430"/>
          </a:xfrm>
          <a:custGeom>
            <a:avLst/>
            <a:gdLst>
              <a:gd name="connsiteX0" fmla="*/ 4572025 w 4572027"/>
              <a:gd name="connsiteY0" fmla="*/ 5144429 h 5144430"/>
              <a:gd name="connsiteX1" fmla="*/ 4572027 w 4572027"/>
              <a:gd name="connsiteY1" fmla="*/ 5144429 h 5144430"/>
              <a:gd name="connsiteX2" fmla="*/ 4572027 w 4572027"/>
              <a:gd name="connsiteY2" fmla="*/ 5144430 h 5144430"/>
              <a:gd name="connsiteX3" fmla="*/ 4572025 w 4572027"/>
              <a:gd name="connsiteY3" fmla="*/ 5144430 h 5144430"/>
              <a:gd name="connsiteX4" fmla="*/ 4572011 w 4572027"/>
              <a:gd name="connsiteY4" fmla="*/ 5144427 h 5144430"/>
              <a:gd name="connsiteX5" fmla="*/ 4572013 w 4572027"/>
              <a:gd name="connsiteY5" fmla="*/ 5144427 h 5144430"/>
              <a:gd name="connsiteX6" fmla="*/ 4572013 w 4572027"/>
              <a:gd name="connsiteY6" fmla="*/ 5144428 h 5144430"/>
              <a:gd name="connsiteX7" fmla="*/ 4572011 w 4572027"/>
              <a:gd name="connsiteY7" fmla="*/ 5144428 h 5144430"/>
              <a:gd name="connsiteX8" fmla="*/ 26 w 4572027"/>
              <a:gd name="connsiteY8" fmla="*/ 26 h 5144430"/>
              <a:gd name="connsiteX9" fmla="*/ 4571999 w 4572027"/>
              <a:gd name="connsiteY9" fmla="*/ 26 h 5144430"/>
              <a:gd name="connsiteX10" fmla="*/ 4571999 w 4572027"/>
              <a:gd name="connsiteY10" fmla="*/ 5144426 h 5144430"/>
              <a:gd name="connsiteX11" fmla="*/ 26 w 4572027"/>
              <a:gd name="connsiteY11" fmla="*/ 5144426 h 5144430"/>
              <a:gd name="connsiteX12" fmla="*/ 13 w 4572027"/>
              <a:gd name="connsiteY12" fmla="*/ 13 h 5144430"/>
              <a:gd name="connsiteX13" fmla="*/ 14 w 4572027"/>
              <a:gd name="connsiteY13" fmla="*/ 13 h 5144430"/>
              <a:gd name="connsiteX14" fmla="*/ 14 w 4572027"/>
              <a:gd name="connsiteY14" fmla="*/ 15 h 5144430"/>
              <a:gd name="connsiteX15" fmla="*/ 13 w 4572027"/>
              <a:gd name="connsiteY15" fmla="*/ 15 h 5144430"/>
              <a:gd name="connsiteX16" fmla="*/ 0 w 4572027"/>
              <a:gd name="connsiteY16" fmla="*/ 0 h 5144430"/>
              <a:gd name="connsiteX17" fmla="*/ 1 w 4572027"/>
              <a:gd name="connsiteY17" fmla="*/ 0 h 5144430"/>
              <a:gd name="connsiteX18" fmla="*/ 1 w 4572027"/>
              <a:gd name="connsiteY18" fmla="*/ 2 h 5144430"/>
              <a:gd name="connsiteX19" fmla="*/ 0 w 4572027"/>
              <a:gd name="connsiteY19" fmla="*/ 2 h 5144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4572027" h="5144430">
                <a:moveTo>
                  <a:pt x="4572025" y="5144429"/>
                </a:moveTo>
                <a:lnTo>
                  <a:pt x="4572027" y="5144429"/>
                </a:lnTo>
                <a:lnTo>
                  <a:pt x="4572027" y="5144430"/>
                </a:lnTo>
                <a:lnTo>
                  <a:pt x="4572025" y="5144430"/>
                </a:lnTo>
                <a:close/>
                <a:moveTo>
                  <a:pt x="4572011" y="5144427"/>
                </a:moveTo>
                <a:lnTo>
                  <a:pt x="4572013" y="5144427"/>
                </a:lnTo>
                <a:lnTo>
                  <a:pt x="4572013" y="5144428"/>
                </a:lnTo>
                <a:lnTo>
                  <a:pt x="4572011" y="5144428"/>
                </a:lnTo>
                <a:close/>
                <a:moveTo>
                  <a:pt x="26" y="26"/>
                </a:moveTo>
                <a:lnTo>
                  <a:pt x="4571999" y="26"/>
                </a:lnTo>
                <a:lnTo>
                  <a:pt x="4571999" y="5144426"/>
                </a:lnTo>
                <a:lnTo>
                  <a:pt x="26" y="5144426"/>
                </a:lnTo>
                <a:close/>
                <a:moveTo>
                  <a:pt x="13" y="13"/>
                </a:moveTo>
                <a:lnTo>
                  <a:pt x="14" y="13"/>
                </a:lnTo>
                <a:lnTo>
                  <a:pt x="14" y="15"/>
                </a:lnTo>
                <a:lnTo>
                  <a:pt x="13" y="15"/>
                </a:lnTo>
                <a:close/>
                <a:moveTo>
                  <a:pt x="0" y="0"/>
                </a:moveTo>
                <a:lnTo>
                  <a:pt x="1" y="0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 b="0"/>
            </a:lvl1pPr>
          </a:lstStyle>
          <a:p>
            <a:r>
              <a:rPr lang="en-GB" noProof="0" dirty="0"/>
              <a:t>[Click on icon to insert picture]</a:t>
            </a:r>
          </a:p>
        </p:txBody>
      </p:sp>
      <p:sp>
        <p:nvSpPr>
          <p:cNvPr id="16" name="Footer Placeholder 5">
            <a:extLst>
              <a:ext uri="{FF2B5EF4-FFF2-40B4-BE49-F238E27FC236}">
                <a16:creationId xmlns:a16="http://schemas.microsoft.com/office/drawing/2014/main" id="{5F9E5DD2-9734-EEB2-B1CD-2DA586DD4DDC}"/>
              </a:ext>
            </a:extLst>
          </p:cNvPr>
          <p:cNvSpPr>
            <a:spLocks noGrp="1" noSelect="1"/>
          </p:cNvSpPr>
          <p:nvPr>
            <p:ph type="ftr" sz="quarter" idx="1004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8" name="Slide Number Placeholder 6">
            <a:extLst>
              <a:ext uri="{FF2B5EF4-FFF2-40B4-BE49-F238E27FC236}">
                <a16:creationId xmlns:a16="http://schemas.microsoft.com/office/drawing/2014/main" id="{D8401EED-AFD6-642C-ABF5-620914CCC388}"/>
              </a:ext>
            </a:extLst>
          </p:cNvPr>
          <p:cNvSpPr>
            <a:spLocks noGrp="1" noSelect="1"/>
          </p:cNvSpPr>
          <p:nvPr>
            <p:ph type="sldNum" sz="quarter" idx="1005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697420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[Content slide, text, object and picture (L)]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01_Title 1">
            <a:extLst>
              <a:ext uri="{FF2B5EF4-FFF2-40B4-BE49-F238E27FC236}">
                <a16:creationId xmlns:a16="http://schemas.microsoft.com/office/drawing/2014/main" id="{3FC01BDC-4CE1-38F9-C09E-A1BBE715F40D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64240"/>
            <a:ext cx="8424000" cy="471240"/>
          </a:xfrm>
          <a:noFill/>
        </p:spPr>
        <p:txBody>
          <a:bodyPr vert="horz" wrap="square" lIns="0" tIns="0" rIns="0" bIns="0" rtlCol="0" anchor="t" anchorCtr="0">
            <a:noAutofit/>
          </a:bodyPr>
          <a:lstStyle>
            <a:lvl1pPr>
              <a:defRPr lang="en-NL"/>
            </a:lvl1pPr>
          </a:lstStyle>
          <a:p>
            <a:pPr marL="0" lvl="0"/>
            <a:r>
              <a:rPr lang="en-GB"/>
              <a:t>[Title]</a:t>
            </a:r>
            <a:endParaRPr lang="en-GB" dirty="0"/>
          </a:p>
        </p:txBody>
      </p:sp>
      <p:sp>
        <p:nvSpPr>
          <p:cNvPr id="19" name="02_Subtitle 2  [PHJU] (JU-Free)">
            <a:extLst>
              <a:ext uri="{FF2B5EF4-FFF2-40B4-BE49-F238E27FC236}">
                <a16:creationId xmlns:a16="http://schemas.microsoft.com/office/drawing/2014/main" id="{3E8A913E-2505-CFF9-5105-533152A0AD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360000" y="828720"/>
            <a:ext cx="8424000" cy="35856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0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[Subtitle]</a:t>
            </a:r>
          </a:p>
        </p:txBody>
      </p:sp>
      <p:sp>
        <p:nvSpPr>
          <p:cNvPr id="20" name="03_Frame text 3 [PHJU]">
            <a:extLst>
              <a:ext uri="{FF2B5EF4-FFF2-40B4-BE49-F238E27FC236}">
                <a16:creationId xmlns:a16="http://schemas.microsoft.com/office/drawing/2014/main" id="{FEE8A418-0407-F593-CBCA-7D1FAA1D9B6B}"/>
              </a:ext>
            </a:extLst>
          </p:cNvPr>
          <p:cNvSpPr>
            <a:spLocks noGrp="1" noSelect="1"/>
          </p:cNvSpPr>
          <p:nvPr>
            <p:ph type="body" sz="quarter" idx="1003" hasCustomPrompt="1"/>
          </p:nvPr>
        </p:nvSpPr>
        <p:spPr>
          <a:xfrm>
            <a:off x="360000" y="1371599"/>
            <a:ext cx="4032000" cy="1374776"/>
          </a:xfrm>
          <a:prstGeom prst="rect">
            <a:avLst/>
          </a:prstGeom>
        </p:spPr>
        <p:txBody>
          <a:bodyPr/>
          <a:lstStyle>
            <a:lvl1pPr marL="177800" indent="-1778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GB" noProof="1"/>
              <a:t>[Text]</a:t>
            </a:r>
            <a:endParaRPr lang="nl-NL" dirty="0"/>
          </a:p>
        </p:txBody>
      </p:sp>
      <p:sp>
        <p:nvSpPr>
          <p:cNvPr id="4" name="Picture_placeholder JU 4  [PHJU] (JU-Free)">
            <a:extLst>
              <a:ext uri="{FF2B5EF4-FFF2-40B4-BE49-F238E27FC236}">
                <a16:creationId xmlns:a16="http://schemas.microsoft.com/office/drawing/2014/main" id="{A3AF961E-B9E2-941D-EAF9-2CC2D76C9816}"/>
              </a:ext>
            </a:extLst>
          </p:cNvPr>
          <p:cNvSpPr>
            <a:spLocks noGrp="1"/>
          </p:cNvSpPr>
          <p:nvPr>
            <p:ph type="pic" sz="quarter" idx="1009" hasCustomPrompt="1"/>
          </p:nvPr>
        </p:nvSpPr>
        <p:spPr>
          <a:xfrm>
            <a:off x="358762" y="3014147"/>
            <a:ext cx="4032027" cy="1598416"/>
          </a:xfrm>
          <a:prstGeom prst="roundRect">
            <a:avLst>
              <a:gd name="adj" fmla="val 7172"/>
            </a:avLst>
          </a:prstGeom>
          <a:ln>
            <a:noFill/>
          </a:ln>
        </p:spPr>
        <p:txBody>
          <a:bodyPr wrap="square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/>
            </a:lvl1pPr>
          </a:lstStyle>
          <a:p>
            <a:r>
              <a:rPr lang="en-GB"/>
              <a:t>[Picture]</a:t>
            </a:r>
            <a:endParaRPr lang="en-GB" dirty="0"/>
          </a:p>
        </p:txBody>
      </p:sp>
      <p:sp>
        <p:nvSpPr>
          <p:cNvPr id="22" name="05_Frame text 5 [PHJU]">
            <a:extLst>
              <a:ext uri="{FF2B5EF4-FFF2-40B4-BE49-F238E27FC236}">
                <a16:creationId xmlns:a16="http://schemas.microsoft.com/office/drawing/2014/main" id="{83F29ABD-9D23-06CF-04F2-786E53EC1E56}"/>
              </a:ext>
            </a:extLst>
          </p:cNvPr>
          <p:cNvSpPr>
            <a:spLocks noGrp="1" noSelect="1"/>
          </p:cNvSpPr>
          <p:nvPr>
            <p:ph type="body" sz="quarter" idx="1006" hasCustomPrompt="1"/>
          </p:nvPr>
        </p:nvSpPr>
        <p:spPr>
          <a:xfrm>
            <a:off x="4752000" y="1371600"/>
            <a:ext cx="4032000" cy="3240963"/>
          </a:xfrm>
          <a:prstGeom prst="rect">
            <a:avLst/>
          </a:prstGeom>
        </p:spPr>
        <p:txBody>
          <a:bodyPr/>
          <a:lstStyle>
            <a:lvl1pPr marL="177800" indent="-177800">
              <a:buFont typeface="Arial" panose="020B0604020202020204" pitchFamily="34" charset="0"/>
              <a:buChar char="•"/>
              <a:defRPr/>
            </a:lvl1pPr>
          </a:lstStyle>
          <a:p>
            <a:pPr lvl="0"/>
            <a:r>
              <a:rPr lang="en-GB" noProof="1"/>
              <a:t>[Text]</a:t>
            </a:r>
            <a:endParaRPr lang="nl-NL" dirty="0"/>
          </a:p>
        </p:txBody>
      </p:sp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CA3B788D-F873-479B-126B-657E750F9732}"/>
              </a:ext>
            </a:extLst>
          </p:cNvPr>
          <p:cNvSpPr>
            <a:spLocks noGrp="1" noSelect="1"/>
          </p:cNvSpPr>
          <p:nvPr>
            <p:ph type="ftr" sz="quarter" idx="1007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24" name="Slide Number Placeholder 7">
            <a:extLst>
              <a:ext uri="{FF2B5EF4-FFF2-40B4-BE49-F238E27FC236}">
                <a16:creationId xmlns:a16="http://schemas.microsoft.com/office/drawing/2014/main" id="{FBF36137-7F73-CEE6-FFE9-50CCB5903139}"/>
              </a:ext>
            </a:extLst>
          </p:cNvPr>
          <p:cNvSpPr>
            <a:spLocks noGrp="1" noSelect="1"/>
          </p:cNvSpPr>
          <p:nvPr>
            <p:ph type="sldNum" sz="quarter" idx="1008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22628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2" userDrawn="1">
          <p15:clr>
            <a:srgbClr val="46BEAA"/>
          </p15:clr>
        </p15:guide>
        <p15:guide id="4" orient="horz" pos="1730" userDrawn="1">
          <p15:clr>
            <a:srgbClr val="46BEAA"/>
          </p15:clr>
        </p15:guide>
        <p15:guide id="5" pos="2817" userDrawn="1">
          <p15:clr>
            <a:srgbClr val="46BEAA"/>
          </p15:clr>
        </p15:guide>
        <p15:guide id="6" orient="horz" pos="1898" userDrawn="1">
          <p15:clr>
            <a:srgbClr val="46BEAA"/>
          </p15:clr>
        </p15:guide>
        <p15:guide id="8" pos="2814" userDrawn="1">
          <p15:clr>
            <a:srgbClr val="46BEAA"/>
          </p15:clr>
        </p15:guide>
        <p15:guide id="9" orient="horz" pos="747" userDrawn="1">
          <p15:clr>
            <a:srgbClr val="46BEAA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Yellow-Green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7E00E72E-28A4-451F-12DD-FDC864372EE8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00C0A9"/>
              </a:gs>
              <a:gs pos="15000">
                <a:srgbClr val="2DC79C"/>
              </a:gs>
              <a:gs pos="30000">
                <a:srgbClr val="59CF90"/>
              </a:gs>
              <a:gs pos="44000">
                <a:srgbClr val="84D684"/>
              </a:gs>
              <a:gs pos="61000">
                <a:srgbClr val="AADD79"/>
              </a:gs>
              <a:gs pos="80000">
                <a:srgbClr val="CBE270"/>
              </a:gs>
              <a:gs pos="100000">
                <a:srgbClr val="FFEB61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6" name="Logo">
            <a:extLst>
              <a:ext uri="{FF2B5EF4-FFF2-40B4-BE49-F238E27FC236}">
                <a16:creationId xmlns:a16="http://schemas.microsoft.com/office/drawing/2014/main" id="{E46959AD-06F5-D5DE-DD4B-5DFEEC21CCFC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5D810EF4-C603-1067-9045-356F3E55E991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085"/>
            <a:ext cx="8435160" cy="163179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 dirty="0"/>
              <a:t>[Closure e.g. Thank you for your attention]</a:t>
            </a:r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743A23F0-ACD4-FC08-CBCE-A884AE9A135C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90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045BF847-FF3A-C692-681E-C7FECF797CC5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5924"/>
            <a:ext cx="2429640" cy="196907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F53B2FFF-D24A-ABC5-39CD-4DDBF7BF680A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A9A1EDFA-0C0B-8320-124D-E0520CE22032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8D511115-59B0-4E44-6F76-C1D75C903FE3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85696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02" userDrawn="1">
          <p15:clr>
            <a:srgbClr val="46BEAA"/>
          </p15:clr>
        </p15:guide>
        <p15:guide id="2" orient="horz" pos="307" userDrawn="1">
          <p15:clr>
            <a:srgbClr val="46BEAA"/>
          </p15:clr>
        </p15:guide>
        <p15:guide id="4" orient="horz" pos="575" userDrawn="1">
          <p15:clr>
            <a:srgbClr val="46BEAA"/>
          </p15:clr>
        </p15:guide>
        <p15:guide id="6" orient="horz" pos="1205" userDrawn="1">
          <p15:clr>
            <a:srgbClr val="46BEAA"/>
          </p15:clr>
        </p15:guide>
        <p15:guide id="7" orient="horz" pos="1268" userDrawn="1">
          <p15:clr>
            <a:srgbClr val="46BEAA"/>
          </p15:clr>
        </p15:guide>
        <p15:guide id="8" orient="horz" pos="2296" userDrawn="1">
          <p15:clr>
            <a:srgbClr val="46BEAA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Green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6C5E8147-801A-D7B3-2718-71D7A858BF2C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00C3A7"/>
              </a:gs>
              <a:gs pos="27000">
                <a:srgbClr val="00C0A5"/>
              </a:gs>
              <a:gs pos="49000">
                <a:srgbClr val="00B69F"/>
              </a:gs>
              <a:gs pos="69000">
                <a:srgbClr val="00A594"/>
              </a:gs>
              <a:gs pos="88000">
                <a:srgbClr val="008D85"/>
              </a:gs>
              <a:gs pos="100000">
                <a:srgbClr val="007978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AD109C3E-E250-E285-29EC-C1DDC8551570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6382F7C2-B3A8-34E4-0C65-31E5BBED6426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085"/>
            <a:ext cx="8435160" cy="163179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[Closure e.g. Thank you for your attention]</a:t>
            </a:r>
            <a:endParaRPr lang="en-GB" dirty="0"/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AF9BAEDD-ACAD-76C6-62EF-B54A9DDBBF28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90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4E5AF2D2-EE65-DC88-4635-0A7F80A45CB3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5924"/>
            <a:ext cx="2429640" cy="196907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DE1DA7DC-84DA-E870-D1E1-85C14547712D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E150F171-5A14-8C36-0E77-EEE9192F9F62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B1445CAA-2038-B6A4-94B1-3A73EF14237A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523783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002">
          <p15:clr>
            <a:srgbClr val="46BEAA"/>
          </p15:clr>
        </p15:guide>
        <p15:guide id="2" orient="horz" pos="307">
          <p15:clr>
            <a:srgbClr val="46BEAA"/>
          </p15:clr>
        </p15:guide>
        <p15:guide id="4" orient="horz" pos="575">
          <p15:clr>
            <a:srgbClr val="46BEAA"/>
          </p15:clr>
        </p15:guide>
        <p15:guide id="6" orient="horz" pos="1205">
          <p15:clr>
            <a:srgbClr val="46BEAA"/>
          </p15:clr>
        </p15:guide>
        <p15:guide id="7" orient="horz" pos="1268">
          <p15:clr>
            <a:srgbClr val="46BEAA"/>
          </p15:clr>
        </p15:guide>
        <p15:guide id="8" orient="horz" pos="2296">
          <p15:clr>
            <a:srgbClr val="46BEAA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Green-Purple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7E00E72E-28A4-451F-12DD-FDC864372EE8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00C1A5"/>
              </a:gs>
              <a:gs pos="20000">
                <a:srgbClr val="21A3AA"/>
              </a:gs>
              <a:gs pos="42000">
                <a:srgbClr val="4284B0"/>
              </a:gs>
              <a:gs pos="65000">
                <a:srgbClr val="5E69B5"/>
              </a:gs>
              <a:gs pos="84000">
                <a:srgbClr val="7553B9"/>
              </a:gs>
              <a:gs pos="100000">
                <a:srgbClr val="8842BC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C5BABC45-4ACD-E274-0AB8-C20B9466CB6D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919293FA-B413-DF4A-6AA5-820BB6F7EBBC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200"/>
            <a:ext cx="8435160" cy="163188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[Closure e.g. Thank you for your attention]</a:t>
            </a:r>
            <a:endParaRPr lang="en-GB" dirty="0"/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8B6B6C16-CA34-92D6-EC8E-DCC055B79088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39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384338B6-370A-17A9-8774-76E278C18B70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6039"/>
            <a:ext cx="2429640" cy="196920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4C24D12C-EF95-67DC-EA63-87483B1DA3C4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63DED38F-7B46-CA73-1D7C-F7723000689B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B7E95C58-EB49-12CD-E807-7AA30F786E62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17828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Purple-Red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F3D40C03-39D2-CE61-394D-30F007C7874C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F24E3B"/>
              </a:gs>
              <a:gs pos="19000">
                <a:srgbClr val="DC4D53"/>
              </a:gs>
              <a:gs pos="34000">
                <a:srgbClr val="CB4D66"/>
              </a:gs>
              <a:gs pos="49000">
                <a:srgbClr val="BA4C79"/>
              </a:gs>
              <a:gs pos="66000">
                <a:srgbClr val="A74B8E"/>
              </a:gs>
              <a:gs pos="82000">
                <a:srgbClr val="944BA3"/>
              </a:gs>
              <a:gs pos="100000">
                <a:srgbClr val="804AB9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610617DC-0A1F-34E0-AB73-DAB400254A34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4E46341B-FB6A-4B12-C3D3-7EB622D22BDB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200"/>
            <a:ext cx="8435160" cy="163188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[Closure e.g. Thank you for your attention]</a:t>
            </a:r>
            <a:endParaRPr lang="en-GB" dirty="0"/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985BA375-F631-EED7-08C2-8116E8C7ABAB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39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0B708D7E-C2B3-A0B8-9510-CFA1955A5393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6039"/>
            <a:ext cx="2429640" cy="196920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3F297947-FE35-DFD9-5718-99F483435301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8D00C820-941E-3031-E5C7-E9FDA1786A7F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C8D8BAFB-DF16-1C50-052C-B4BCA79692DA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3288885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Yellow-Orange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5EE0181D-E86C-82B2-4840-06EF282EE009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FF808E"/>
              </a:gs>
              <a:gs pos="18000">
                <a:srgbClr val="FF9485"/>
              </a:gs>
              <a:gs pos="37000">
                <a:srgbClr val="FFA87D"/>
              </a:gs>
              <a:gs pos="50000">
                <a:srgbClr val="FFB876"/>
              </a:gs>
              <a:gs pos="65000">
                <a:srgbClr val="FFC96F"/>
              </a:gs>
              <a:gs pos="82000">
                <a:srgbClr val="FFD769"/>
              </a:gs>
              <a:gs pos="100000">
                <a:srgbClr val="FFEB61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3B3141B6-229C-F6AD-66B0-ECB852EFA5AE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6F64E68E-CBB3-EC86-B3AE-64B1FB4C81C1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200"/>
            <a:ext cx="8435160" cy="163188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[Closure e.g. Thank you for your attention]</a:t>
            </a:r>
            <a:endParaRPr lang="en-GB" dirty="0"/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751D5019-E867-5DAE-1226-9AC839E08EAC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39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C130BF88-E2DD-7E54-59B3-1628B7FBD682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6039"/>
            <a:ext cx="2429640" cy="196920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58FA6ADD-D81D-F90F-D1E6-B96899EDA503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A9E0C3BD-AB78-A4EF-0B37-7539B16C5E3C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D0B7B82D-5E57-91A0-E002-4426D9DBD887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88697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Blue-Pink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03893BC6-22B1-03CE-3E75-C816A57477F8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88191">
                <a:srgbClr val="E17B8E"/>
              </a:gs>
              <a:gs pos="65908">
                <a:srgbClr val="A8738E"/>
              </a:gs>
              <a:gs pos="37283">
                <a:srgbClr val="5F688E"/>
              </a:gs>
              <a:gs pos="15906">
                <a:srgbClr val="28608F"/>
              </a:gs>
              <a:gs pos="74550">
                <a:srgbClr val="BE768E"/>
              </a:gs>
              <a:gs pos="24100">
                <a:srgbClr val="3D638F"/>
              </a:gs>
              <a:gs pos="0">
                <a:srgbClr val="005A8F"/>
              </a:gs>
              <a:gs pos="50000">
                <a:srgbClr val="7F6D8E"/>
              </a:gs>
              <a:gs pos="100000">
                <a:srgbClr val="FF808E"/>
              </a:gs>
            </a:gsLst>
            <a:lin ang="162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BE59A7A9-5BE0-571C-AF8D-E2D70D6757C5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3352C0FC-7864-431E-78E9-CFBEA4024550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200"/>
            <a:ext cx="8435160" cy="163188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[Closure e.g. Thank you for your attention]</a:t>
            </a:r>
            <a:endParaRPr lang="en-GB" dirty="0"/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4F63A9A5-C99F-575F-0195-E7850D18F0D3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39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022D56B0-E50E-76C0-A13D-DDDEAB1D73F2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6039"/>
            <a:ext cx="2429640" cy="196920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F3790D78-3DA6-6EC0-EE3A-99A246660C33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0B58F3B0-DAB6-F054-AAC8-E3701CC19B51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D954709F-5184-A771-BAA7-7CCE2A969B49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270273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Blue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ame 1">
            <a:extLst>
              <a:ext uri="{FF2B5EF4-FFF2-40B4-BE49-F238E27FC236}">
                <a16:creationId xmlns:a16="http://schemas.microsoft.com/office/drawing/2014/main" id="{C9FF7378-FBAE-CEAA-FD8B-85C63B793C02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00B5D5"/>
              </a:gs>
              <a:gs pos="18000">
                <a:srgbClr val="00B4D4"/>
              </a:gs>
              <a:gs pos="30000">
                <a:srgbClr val="00B0D2"/>
              </a:gs>
              <a:gs pos="32000">
                <a:srgbClr val="00AFD1"/>
              </a:gs>
              <a:gs pos="45000">
                <a:srgbClr val="00AACD"/>
              </a:gs>
              <a:gs pos="54000">
                <a:srgbClr val="00A2C7"/>
              </a:gs>
              <a:gs pos="69000">
                <a:srgbClr val="0090B9"/>
              </a:gs>
              <a:gs pos="72000">
                <a:srgbClr val="008CB6"/>
              </a:gs>
              <a:gs pos="91000">
                <a:srgbClr val="006B9C"/>
              </a:gs>
              <a:gs pos="100000">
                <a:srgbClr val="005A8F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9925BE2B-17AB-865B-462D-27B3D103358E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8F671625-901E-6CF4-73A6-7C279AB26C19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200"/>
            <a:ext cx="8435160" cy="163188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 dirty="0"/>
              <a:t>[Closure e.g. Thank you for your attention]</a:t>
            </a:r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1381BC18-0FE9-7074-F079-C1C0760FB98D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39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9E8AE50F-2D61-6538-BCC4-4E46A71C0FCF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6039"/>
            <a:ext cx="2429640" cy="196920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382AE57B-C52A-0BDC-2921-ADF2C27BBD58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66A16C7E-FCEB-E862-68EF-8D3475762561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F131A4E8-7EF1-B438-250C-73FF14042156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7653950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[Closing (Orange-Yellow) with thank you]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ame 1">
            <a:extLst>
              <a:ext uri="{FF2B5EF4-FFF2-40B4-BE49-F238E27FC236}">
                <a16:creationId xmlns:a16="http://schemas.microsoft.com/office/drawing/2014/main" id="{9D574BBE-1970-B0F4-399A-23B314174DF4}"/>
              </a:ext>
            </a:extLst>
          </p:cNvPr>
          <p:cNvSpPr>
            <a:spLocks noSelect="1"/>
          </p:cNvSpPr>
          <p:nvPr userDrawn="1"/>
        </p:nvSpPr>
        <p:spPr bwMode="auto">
          <a:xfrm>
            <a:off x="0" y="0"/>
            <a:ext cx="2570560" cy="5139929"/>
          </a:xfrm>
          <a:custGeom>
            <a:avLst/>
            <a:gdLst>
              <a:gd name="T0" fmla="*/ 9953 w 10804"/>
              <a:gd name="T1" fmla="*/ 6596 h 21606"/>
              <a:gd name="T2" fmla="*/ 7639 w 10804"/>
              <a:gd name="T3" fmla="*/ 3164 h 21606"/>
              <a:gd name="T4" fmla="*/ 4207 w 10804"/>
              <a:gd name="T5" fmla="*/ 851 h 21606"/>
              <a:gd name="T6" fmla="*/ 0 w 10804"/>
              <a:gd name="T7" fmla="*/ 0 h 21606"/>
              <a:gd name="T8" fmla="*/ 0 w 10804"/>
              <a:gd name="T9" fmla="*/ 4787 h 21606"/>
              <a:gd name="T10" fmla="*/ 6017 w 10804"/>
              <a:gd name="T11" fmla="*/ 10803 h 21606"/>
              <a:gd name="T12" fmla="*/ 0 w 10804"/>
              <a:gd name="T13" fmla="*/ 16820 h 21606"/>
              <a:gd name="T14" fmla="*/ 0 w 10804"/>
              <a:gd name="T15" fmla="*/ 21606 h 21606"/>
              <a:gd name="T16" fmla="*/ 4207 w 10804"/>
              <a:gd name="T17" fmla="*/ 20755 h 21606"/>
              <a:gd name="T18" fmla="*/ 7639 w 10804"/>
              <a:gd name="T19" fmla="*/ 18442 h 21606"/>
              <a:gd name="T20" fmla="*/ 9953 w 10804"/>
              <a:gd name="T21" fmla="*/ 15010 h 21606"/>
              <a:gd name="T22" fmla="*/ 10804 w 10804"/>
              <a:gd name="T23" fmla="*/ 10803 h 21606"/>
              <a:gd name="T24" fmla="*/ 9953 w 10804"/>
              <a:gd name="T25" fmla="*/ 6596 h 216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0804" h="21606">
                <a:moveTo>
                  <a:pt x="9953" y="6596"/>
                </a:moveTo>
                <a:cubicBezTo>
                  <a:pt x="9408" y="5309"/>
                  <a:pt x="8630" y="4155"/>
                  <a:pt x="7639" y="3164"/>
                </a:cubicBezTo>
                <a:cubicBezTo>
                  <a:pt x="6649" y="2173"/>
                  <a:pt x="5494" y="1395"/>
                  <a:pt x="4207" y="851"/>
                </a:cubicBezTo>
                <a:cubicBezTo>
                  <a:pt x="2872" y="286"/>
                  <a:pt x="1457" y="0"/>
                  <a:pt x="0" y="0"/>
                </a:cubicBezTo>
                <a:cubicBezTo>
                  <a:pt x="0" y="4787"/>
                  <a:pt x="0" y="4787"/>
                  <a:pt x="0" y="4787"/>
                </a:cubicBezTo>
                <a:cubicBezTo>
                  <a:pt x="3323" y="4787"/>
                  <a:pt x="6017" y="7480"/>
                  <a:pt x="6017" y="10803"/>
                </a:cubicBezTo>
                <a:cubicBezTo>
                  <a:pt x="6017" y="14126"/>
                  <a:pt x="3323" y="16820"/>
                  <a:pt x="0" y="16820"/>
                </a:cubicBezTo>
                <a:cubicBezTo>
                  <a:pt x="0" y="21606"/>
                  <a:pt x="0" y="21606"/>
                  <a:pt x="0" y="21606"/>
                </a:cubicBezTo>
                <a:cubicBezTo>
                  <a:pt x="1457" y="21606"/>
                  <a:pt x="2872" y="21320"/>
                  <a:pt x="4207" y="20755"/>
                </a:cubicBezTo>
                <a:cubicBezTo>
                  <a:pt x="5494" y="20211"/>
                  <a:pt x="6649" y="19433"/>
                  <a:pt x="7639" y="18442"/>
                </a:cubicBezTo>
                <a:cubicBezTo>
                  <a:pt x="8630" y="17452"/>
                  <a:pt x="9408" y="16297"/>
                  <a:pt x="9953" y="15010"/>
                </a:cubicBezTo>
                <a:cubicBezTo>
                  <a:pt x="10517" y="13675"/>
                  <a:pt x="10804" y="12259"/>
                  <a:pt x="10804" y="10803"/>
                </a:cubicBezTo>
                <a:cubicBezTo>
                  <a:pt x="10804" y="9347"/>
                  <a:pt x="10517" y="7931"/>
                  <a:pt x="9953" y="6596"/>
                </a:cubicBezTo>
                <a:close/>
              </a:path>
            </a:pathLst>
          </a:custGeom>
          <a:gradFill flip="none" rotWithShape="1">
            <a:gsLst>
              <a:gs pos="0">
                <a:srgbClr val="F08791"/>
              </a:gs>
              <a:gs pos="22000">
                <a:srgbClr val="F39D8C"/>
              </a:gs>
              <a:gs pos="37000">
                <a:srgbClr val="F6AD88"/>
              </a:gs>
              <a:gs pos="52000">
                <a:srgbClr val="F8BB84"/>
              </a:gs>
              <a:gs pos="70000">
                <a:srgbClr val="FBCD7F"/>
              </a:gs>
              <a:gs pos="86000">
                <a:srgbClr val="FDDD7B"/>
              </a:gs>
              <a:gs pos="100000">
                <a:srgbClr val="FFEB78"/>
              </a:gs>
            </a:gsLst>
            <a:lin ang="5400000" scaled="1"/>
            <a:tileRect/>
          </a:gra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endParaRPr lang="en-GB" sz="1013" dirty="0"/>
          </a:p>
        </p:txBody>
      </p:sp>
      <p:sp>
        <p:nvSpPr>
          <p:cNvPr id="2" name="Logo">
            <a:extLst>
              <a:ext uri="{FF2B5EF4-FFF2-40B4-BE49-F238E27FC236}">
                <a16:creationId xmlns:a16="http://schemas.microsoft.com/office/drawing/2014/main" id="{ED13433E-67C4-87C9-2432-62B0E99057AC}"/>
              </a:ext>
            </a:extLst>
          </p:cNvPr>
          <p:cNvSpPr>
            <a:spLocks noSelect="1"/>
          </p:cNvSpPr>
          <p:nvPr userDrawn="1"/>
        </p:nvSpPr>
        <p:spPr>
          <a:xfrm>
            <a:off x="359994" y="4809604"/>
            <a:ext cx="1494231" cy="155969"/>
          </a:xfrm>
          <a:custGeom>
            <a:avLst/>
            <a:gdLst>
              <a:gd name="connsiteX0" fmla="*/ 1492094 w 1494235"/>
              <a:gd name="connsiteY0" fmla="*/ 123497 h 151586"/>
              <a:gd name="connsiteX1" fmla="*/ 1494235 w 1494235"/>
              <a:gd name="connsiteY1" fmla="*/ 147675 h 151586"/>
              <a:gd name="connsiteX2" fmla="*/ 1482816 w 1494235"/>
              <a:gd name="connsiteY2" fmla="*/ 147675 h 151586"/>
              <a:gd name="connsiteX3" fmla="*/ 1492094 w 1494235"/>
              <a:gd name="connsiteY3" fmla="*/ 123497 h 151586"/>
              <a:gd name="connsiteX4" fmla="*/ 1199480 w 1494235"/>
              <a:gd name="connsiteY4" fmla="*/ 106904 h 151586"/>
              <a:gd name="connsiteX5" fmla="*/ 1215657 w 1494235"/>
              <a:gd name="connsiteY5" fmla="*/ 147675 h 151586"/>
              <a:gd name="connsiteX6" fmla="*/ 1193770 w 1494235"/>
              <a:gd name="connsiteY6" fmla="*/ 147675 h 151586"/>
              <a:gd name="connsiteX7" fmla="*/ 1199480 w 1494235"/>
              <a:gd name="connsiteY7" fmla="*/ 106904 h 151586"/>
              <a:gd name="connsiteX8" fmla="*/ 1475679 w 1494235"/>
              <a:gd name="connsiteY8" fmla="*/ 77274 h 151586"/>
              <a:gd name="connsiteX9" fmla="*/ 1480675 w 1494235"/>
              <a:gd name="connsiteY9" fmla="*/ 87467 h 151586"/>
              <a:gd name="connsiteX10" fmla="*/ 1453792 w 1494235"/>
              <a:gd name="connsiteY10" fmla="*/ 147675 h 151586"/>
              <a:gd name="connsiteX11" fmla="*/ 1443325 w 1494235"/>
              <a:gd name="connsiteY11" fmla="*/ 147675 h 151586"/>
              <a:gd name="connsiteX12" fmla="*/ 1475679 w 1494235"/>
              <a:gd name="connsiteY12" fmla="*/ 77274 h 151586"/>
              <a:gd name="connsiteX13" fmla="*/ 1218512 w 1494235"/>
              <a:gd name="connsiteY13" fmla="*/ 65660 h 151586"/>
              <a:gd name="connsiteX14" fmla="*/ 1228266 w 1494235"/>
              <a:gd name="connsiteY14" fmla="*/ 77512 h 151586"/>
              <a:gd name="connsiteX15" fmla="*/ 1255862 w 1494235"/>
              <a:gd name="connsiteY15" fmla="*/ 147675 h 151586"/>
              <a:gd name="connsiteX16" fmla="*/ 1234213 w 1494235"/>
              <a:gd name="connsiteY16" fmla="*/ 147675 h 151586"/>
              <a:gd name="connsiteX17" fmla="*/ 1207331 w 1494235"/>
              <a:gd name="connsiteY17" fmla="*/ 85571 h 151586"/>
              <a:gd name="connsiteX18" fmla="*/ 1218512 w 1494235"/>
              <a:gd name="connsiteY18" fmla="*/ 65660 h 151586"/>
              <a:gd name="connsiteX19" fmla="*/ 1452603 w 1494235"/>
              <a:gd name="connsiteY19" fmla="*/ 45037 h 151586"/>
              <a:gd name="connsiteX20" fmla="*/ 1459502 w 1494235"/>
              <a:gd name="connsiteY20" fmla="*/ 52859 h 151586"/>
              <a:gd name="connsiteX21" fmla="*/ 1456171 w 1494235"/>
              <a:gd name="connsiteY21" fmla="*/ 56652 h 151586"/>
              <a:gd name="connsiteX22" fmla="*/ 1414539 w 1494235"/>
              <a:gd name="connsiteY22" fmla="*/ 147675 h 151586"/>
              <a:gd name="connsiteX23" fmla="*/ 1404072 w 1494235"/>
              <a:gd name="connsiteY23" fmla="*/ 147675 h 151586"/>
              <a:gd name="connsiteX24" fmla="*/ 1452603 w 1494235"/>
              <a:gd name="connsiteY24" fmla="*/ 45037 h 151586"/>
              <a:gd name="connsiteX25" fmla="*/ 1244918 w 1494235"/>
              <a:gd name="connsiteY25" fmla="*/ 35318 h 151586"/>
              <a:gd name="connsiteX26" fmla="*/ 1260620 w 1494235"/>
              <a:gd name="connsiteY26" fmla="*/ 54045 h 151586"/>
              <a:gd name="connsiteX27" fmla="*/ 1295828 w 1494235"/>
              <a:gd name="connsiteY27" fmla="*/ 147675 h 151586"/>
              <a:gd name="connsiteX28" fmla="*/ 1274180 w 1494235"/>
              <a:gd name="connsiteY28" fmla="*/ 147675 h 151586"/>
              <a:gd name="connsiteX29" fmla="*/ 1229931 w 1494235"/>
              <a:gd name="connsiteY29" fmla="*/ 50726 h 151586"/>
              <a:gd name="connsiteX30" fmla="*/ 1244918 w 1494235"/>
              <a:gd name="connsiteY30" fmla="*/ 35318 h 151586"/>
              <a:gd name="connsiteX31" fmla="*/ 648509 w 1494235"/>
              <a:gd name="connsiteY31" fmla="*/ 31289 h 151586"/>
              <a:gd name="connsiteX32" fmla="*/ 648509 w 1494235"/>
              <a:gd name="connsiteY32" fmla="*/ 120179 h 151586"/>
              <a:gd name="connsiteX33" fmla="*/ 670158 w 1494235"/>
              <a:gd name="connsiteY33" fmla="*/ 120179 h 151586"/>
              <a:gd name="connsiteX34" fmla="*/ 688476 w 1494235"/>
              <a:gd name="connsiteY34" fmla="*/ 117334 h 151586"/>
              <a:gd name="connsiteX35" fmla="*/ 710838 w 1494235"/>
              <a:gd name="connsiteY35" fmla="*/ 95052 h 151586"/>
              <a:gd name="connsiteX36" fmla="*/ 710838 w 1494235"/>
              <a:gd name="connsiteY36" fmla="*/ 55704 h 151586"/>
              <a:gd name="connsiteX37" fmla="*/ 688476 w 1494235"/>
              <a:gd name="connsiteY37" fmla="*/ 33896 h 151586"/>
              <a:gd name="connsiteX38" fmla="*/ 670158 w 1494235"/>
              <a:gd name="connsiteY38" fmla="*/ 31289 h 151586"/>
              <a:gd name="connsiteX39" fmla="*/ 648509 w 1494235"/>
              <a:gd name="connsiteY39" fmla="*/ 31289 h 151586"/>
              <a:gd name="connsiteX40" fmla="*/ 407757 w 1494235"/>
              <a:gd name="connsiteY40" fmla="*/ 31289 h 151586"/>
              <a:gd name="connsiteX41" fmla="*/ 407757 w 1494235"/>
              <a:gd name="connsiteY41" fmla="*/ 76326 h 151586"/>
              <a:gd name="connsiteX42" fmla="*/ 433687 w 1494235"/>
              <a:gd name="connsiteY42" fmla="*/ 76326 h 151586"/>
              <a:gd name="connsiteX43" fmla="*/ 453909 w 1494235"/>
              <a:gd name="connsiteY43" fmla="*/ 65423 h 151586"/>
              <a:gd name="connsiteX44" fmla="*/ 453909 w 1494235"/>
              <a:gd name="connsiteY44" fmla="*/ 41244 h 151586"/>
              <a:gd name="connsiteX45" fmla="*/ 445820 w 1494235"/>
              <a:gd name="connsiteY45" fmla="*/ 33185 h 151586"/>
              <a:gd name="connsiteX46" fmla="*/ 433687 w 1494235"/>
              <a:gd name="connsiteY46" fmla="*/ 31289 h 151586"/>
              <a:gd name="connsiteX47" fmla="*/ 407757 w 1494235"/>
              <a:gd name="connsiteY47" fmla="*/ 31289 h 151586"/>
              <a:gd name="connsiteX48" fmla="*/ 281909 w 1494235"/>
              <a:gd name="connsiteY48" fmla="*/ 29393 h 151586"/>
              <a:gd name="connsiteX49" fmla="*/ 238849 w 1494235"/>
              <a:gd name="connsiteY49" fmla="*/ 75852 h 151586"/>
              <a:gd name="connsiteX50" fmla="*/ 281909 w 1494235"/>
              <a:gd name="connsiteY50" fmla="*/ 122312 h 151586"/>
              <a:gd name="connsiteX51" fmla="*/ 325206 w 1494235"/>
              <a:gd name="connsiteY51" fmla="*/ 75852 h 151586"/>
              <a:gd name="connsiteX52" fmla="*/ 281909 w 1494235"/>
              <a:gd name="connsiteY52" fmla="*/ 29393 h 151586"/>
              <a:gd name="connsiteX53" fmla="*/ 1049842 w 1494235"/>
              <a:gd name="connsiteY53" fmla="*/ 4266 h 151586"/>
              <a:gd name="connsiteX54" fmla="*/ 1129776 w 1494235"/>
              <a:gd name="connsiteY54" fmla="*/ 4266 h 151586"/>
              <a:gd name="connsiteX55" fmla="*/ 1129776 w 1494235"/>
              <a:gd name="connsiteY55" fmla="*/ 14696 h 151586"/>
              <a:gd name="connsiteX56" fmla="*/ 1061499 w 1494235"/>
              <a:gd name="connsiteY56" fmla="*/ 14696 h 151586"/>
              <a:gd name="connsiteX57" fmla="*/ 1061499 w 1494235"/>
              <a:gd name="connsiteY57" fmla="*/ 68978 h 151586"/>
              <a:gd name="connsiteX58" fmla="*/ 1125018 w 1494235"/>
              <a:gd name="connsiteY58" fmla="*/ 68978 h 151586"/>
              <a:gd name="connsiteX59" fmla="*/ 1125018 w 1494235"/>
              <a:gd name="connsiteY59" fmla="*/ 79408 h 151586"/>
              <a:gd name="connsiteX60" fmla="*/ 1061499 w 1494235"/>
              <a:gd name="connsiteY60" fmla="*/ 79408 h 151586"/>
              <a:gd name="connsiteX61" fmla="*/ 1061499 w 1494235"/>
              <a:gd name="connsiteY61" fmla="*/ 137245 h 151586"/>
              <a:gd name="connsiteX62" fmla="*/ 1132155 w 1494235"/>
              <a:gd name="connsiteY62" fmla="*/ 137245 h 151586"/>
              <a:gd name="connsiteX63" fmla="*/ 1132155 w 1494235"/>
              <a:gd name="connsiteY63" fmla="*/ 147675 h 151586"/>
              <a:gd name="connsiteX64" fmla="*/ 1049842 w 1494235"/>
              <a:gd name="connsiteY64" fmla="*/ 147675 h 151586"/>
              <a:gd name="connsiteX65" fmla="*/ 1049842 w 1494235"/>
              <a:gd name="connsiteY65" fmla="*/ 4266 h 151586"/>
              <a:gd name="connsiteX66" fmla="*/ 904011 w 1494235"/>
              <a:gd name="connsiteY66" fmla="*/ 4266 h 151586"/>
              <a:gd name="connsiteX67" fmla="*/ 924946 w 1494235"/>
              <a:gd name="connsiteY67" fmla="*/ 4266 h 151586"/>
              <a:gd name="connsiteX68" fmla="*/ 1008448 w 1494235"/>
              <a:gd name="connsiteY68" fmla="*/ 137245 h 151586"/>
              <a:gd name="connsiteX69" fmla="*/ 1010827 w 1494235"/>
              <a:gd name="connsiteY69" fmla="*/ 137245 h 151586"/>
              <a:gd name="connsiteX70" fmla="*/ 1010827 w 1494235"/>
              <a:gd name="connsiteY70" fmla="*/ 4266 h 151586"/>
              <a:gd name="connsiteX71" fmla="*/ 1022484 w 1494235"/>
              <a:gd name="connsiteY71" fmla="*/ 4266 h 151586"/>
              <a:gd name="connsiteX72" fmla="*/ 1022484 w 1494235"/>
              <a:gd name="connsiteY72" fmla="*/ 147675 h 151586"/>
              <a:gd name="connsiteX73" fmla="*/ 1001787 w 1494235"/>
              <a:gd name="connsiteY73" fmla="*/ 147675 h 151586"/>
              <a:gd name="connsiteX74" fmla="*/ 918523 w 1494235"/>
              <a:gd name="connsiteY74" fmla="*/ 14696 h 151586"/>
              <a:gd name="connsiteX75" fmla="*/ 915668 w 1494235"/>
              <a:gd name="connsiteY75" fmla="*/ 14696 h 151586"/>
              <a:gd name="connsiteX76" fmla="*/ 915668 w 1494235"/>
              <a:gd name="connsiteY76" fmla="*/ 147675 h 151586"/>
              <a:gd name="connsiteX77" fmla="*/ 904011 w 1494235"/>
              <a:gd name="connsiteY77" fmla="*/ 147675 h 151586"/>
              <a:gd name="connsiteX78" fmla="*/ 904011 w 1494235"/>
              <a:gd name="connsiteY78" fmla="*/ 4266 h 151586"/>
              <a:gd name="connsiteX79" fmla="*/ 860714 w 1494235"/>
              <a:gd name="connsiteY79" fmla="*/ 4266 h 151586"/>
              <a:gd name="connsiteX80" fmla="*/ 872371 w 1494235"/>
              <a:gd name="connsiteY80" fmla="*/ 4266 h 151586"/>
              <a:gd name="connsiteX81" fmla="*/ 872371 w 1494235"/>
              <a:gd name="connsiteY81" fmla="*/ 147675 h 151586"/>
              <a:gd name="connsiteX82" fmla="*/ 860714 w 1494235"/>
              <a:gd name="connsiteY82" fmla="*/ 147675 h 151586"/>
              <a:gd name="connsiteX83" fmla="*/ 769837 w 1494235"/>
              <a:gd name="connsiteY83" fmla="*/ 4266 h 151586"/>
              <a:gd name="connsiteX84" fmla="*/ 781494 w 1494235"/>
              <a:gd name="connsiteY84" fmla="*/ 4266 h 151586"/>
              <a:gd name="connsiteX85" fmla="*/ 781494 w 1494235"/>
              <a:gd name="connsiteY85" fmla="*/ 137245 h 151586"/>
              <a:gd name="connsiteX86" fmla="*/ 847154 w 1494235"/>
              <a:gd name="connsiteY86" fmla="*/ 137245 h 151586"/>
              <a:gd name="connsiteX87" fmla="*/ 847154 w 1494235"/>
              <a:gd name="connsiteY87" fmla="*/ 147675 h 151586"/>
              <a:gd name="connsiteX88" fmla="*/ 769837 w 1494235"/>
              <a:gd name="connsiteY88" fmla="*/ 147675 h 151586"/>
              <a:gd name="connsiteX89" fmla="*/ 769837 w 1494235"/>
              <a:gd name="connsiteY89" fmla="*/ 4266 h 151586"/>
              <a:gd name="connsiteX90" fmla="*/ 513859 w 1494235"/>
              <a:gd name="connsiteY90" fmla="*/ 4266 h 151586"/>
              <a:gd name="connsiteX91" fmla="*/ 546213 w 1494235"/>
              <a:gd name="connsiteY91" fmla="*/ 4266 h 151586"/>
              <a:gd name="connsiteX92" fmla="*/ 546213 w 1494235"/>
              <a:gd name="connsiteY92" fmla="*/ 119468 h 151586"/>
              <a:gd name="connsiteX93" fmla="*/ 602595 w 1494235"/>
              <a:gd name="connsiteY93" fmla="*/ 119468 h 151586"/>
              <a:gd name="connsiteX94" fmla="*/ 602595 w 1494235"/>
              <a:gd name="connsiteY94" fmla="*/ 147675 h 151586"/>
              <a:gd name="connsiteX95" fmla="*/ 513859 w 1494235"/>
              <a:gd name="connsiteY95" fmla="*/ 147675 h 151586"/>
              <a:gd name="connsiteX96" fmla="*/ 513859 w 1494235"/>
              <a:gd name="connsiteY96" fmla="*/ 4266 h 151586"/>
              <a:gd name="connsiteX97" fmla="*/ 0 w 1494235"/>
              <a:gd name="connsiteY97" fmla="*/ 4266 h 151586"/>
              <a:gd name="connsiteX98" fmla="*/ 33068 w 1494235"/>
              <a:gd name="connsiteY98" fmla="*/ 4266 h 151586"/>
              <a:gd name="connsiteX99" fmla="*/ 62091 w 1494235"/>
              <a:gd name="connsiteY99" fmla="*/ 119468 h 151586"/>
              <a:gd name="connsiteX100" fmla="*/ 65184 w 1494235"/>
              <a:gd name="connsiteY100" fmla="*/ 119468 h 151586"/>
              <a:gd name="connsiteX101" fmla="*/ 86357 w 1494235"/>
              <a:gd name="connsiteY101" fmla="*/ 8059 h 151586"/>
              <a:gd name="connsiteX102" fmla="*/ 120138 w 1494235"/>
              <a:gd name="connsiteY102" fmla="*/ 8059 h 151586"/>
              <a:gd name="connsiteX103" fmla="*/ 143690 w 1494235"/>
              <a:gd name="connsiteY103" fmla="*/ 119468 h 151586"/>
              <a:gd name="connsiteX104" fmla="*/ 146069 w 1494235"/>
              <a:gd name="connsiteY104" fmla="*/ 119468 h 151586"/>
              <a:gd name="connsiteX105" fmla="*/ 171048 w 1494235"/>
              <a:gd name="connsiteY105" fmla="*/ 4266 h 151586"/>
              <a:gd name="connsiteX106" fmla="*/ 204354 w 1494235"/>
              <a:gd name="connsiteY106" fmla="*/ 4266 h 151586"/>
              <a:gd name="connsiteX107" fmla="*/ 172714 w 1494235"/>
              <a:gd name="connsiteY107" fmla="*/ 147675 h 151586"/>
              <a:gd name="connsiteX108" fmla="*/ 122279 w 1494235"/>
              <a:gd name="connsiteY108" fmla="*/ 147675 h 151586"/>
              <a:gd name="connsiteX109" fmla="*/ 103010 w 1494235"/>
              <a:gd name="connsiteY109" fmla="*/ 60208 h 151586"/>
              <a:gd name="connsiteX110" fmla="*/ 85167 w 1494235"/>
              <a:gd name="connsiteY110" fmla="*/ 147675 h 151586"/>
              <a:gd name="connsiteX111" fmla="*/ 35685 w 1494235"/>
              <a:gd name="connsiteY111" fmla="*/ 147675 h 151586"/>
              <a:gd name="connsiteX112" fmla="*/ 0 w 1494235"/>
              <a:gd name="connsiteY112" fmla="*/ 4266 h 151586"/>
              <a:gd name="connsiteX113" fmla="*/ 616155 w 1494235"/>
              <a:gd name="connsiteY113" fmla="*/ 3081 h 151586"/>
              <a:gd name="connsiteX114" fmla="*/ 669444 w 1494235"/>
              <a:gd name="connsiteY114" fmla="*/ 3081 h 151586"/>
              <a:gd name="connsiteX115" fmla="*/ 728205 w 1494235"/>
              <a:gd name="connsiteY115" fmla="*/ 24178 h 151586"/>
              <a:gd name="connsiteX116" fmla="*/ 747712 w 1494235"/>
              <a:gd name="connsiteY116" fmla="*/ 73482 h 151586"/>
              <a:gd name="connsiteX117" fmla="*/ 742716 w 1494235"/>
              <a:gd name="connsiteY117" fmla="*/ 103349 h 151586"/>
              <a:gd name="connsiteX118" fmla="*/ 703701 w 1494235"/>
              <a:gd name="connsiteY118" fmla="*/ 142460 h 151586"/>
              <a:gd name="connsiteX119" fmla="*/ 669444 w 1494235"/>
              <a:gd name="connsiteY119" fmla="*/ 148386 h 151586"/>
              <a:gd name="connsiteX120" fmla="*/ 616155 w 1494235"/>
              <a:gd name="connsiteY120" fmla="*/ 148386 h 151586"/>
              <a:gd name="connsiteX121" fmla="*/ 616155 w 1494235"/>
              <a:gd name="connsiteY121" fmla="*/ 3081 h 151586"/>
              <a:gd name="connsiteX122" fmla="*/ 375403 w 1494235"/>
              <a:gd name="connsiteY122" fmla="*/ 3081 h 151586"/>
              <a:gd name="connsiteX123" fmla="*/ 432022 w 1494235"/>
              <a:gd name="connsiteY123" fmla="*/ 3081 h 151586"/>
              <a:gd name="connsiteX124" fmla="*/ 483408 w 1494235"/>
              <a:gd name="connsiteY124" fmla="*/ 24652 h 151586"/>
              <a:gd name="connsiteX125" fmla="*/ 490545 w 1494235"/>
              <a:gd name="connsiteY125" fmla="*/ 51200 h 151586"/>
              <a:gd name="connsiteX126" fmla="*/ 483408 w 1494235"/>
              <a:gd name="connsiteY126" fmla="*/ 80830 h 151586"/>
              <a:gd name="connsiteX127" fmla="*/ 463425 w 1494235"/>
              <a:gd name="connsiteY127" fmla="*/ 96238 h 151586"/>
              <a:gd name="connsiteX128" fmla="*/ 500299 w 1494235"/>
              <a:gd name="connsiteY128" fmla="*/ 147675 h 151586"/>
              <a:gd name="connsiteX129" fmla="*/ 462711 w 1494235"/>
              <a:gd name="connsiteY129" fmla="*/ 147675 h 151586"/>
              <a:gd name="connsiteX130" fmla="*/ 432260 w 1494235"/>
              <a:gd name="connsiteY130" fmla="*/ 103349 h 151586"/>
              <a:gd name="connsiteX131" fmla="*/ 407757 w 1494235"/>
              <a:gd name="connsiteY131" fmla="*/ 103349 h 151586"/>
              <a:gd name="connsiteX132" fmla="*/ 407757 w 1494235"/>
              <a:gd name="connsiteY132" fmla="*/ 147675 h 151586"/>
              <a:gd name="connsiteX133" fmla="*/ 375403 w 1494235"/>
              <a:gd name="connsiteY133" fmla="*/ 147675 h 151586"/>
              <a:gd name="connsiteX134" fmla="*/ 375403 w 1494235"/>
              <a:gd name="connsiteY134" fmla="*/ 3081 h 151586"/>
              <a:gd name="connsiteX135" fmla="*/ 1320570 w 1494235"/>
              <a:gd name="connsiteY135" fmla="*/ 237 h 151586"/>
              <a:gd name="connsiteX136" fmla="*/ 1325804 w 1494235"/>
              <a:gd name="connsiteY136" fmla="*/ 6874 h 151586"/>
              <a:gd name="connsiteX137" fmla="*/ 1352210 w 1494235"/>
              <a:gd name="connsiteY137" fmla="*/ 53808 h 151586"/>
              <a:gd name="connsiteX138" fmla="*/ 1385278 w 1494235"/>
              <a:gd name="connsiteY138" fmla="*/ 4266 h 151586"/>
              <a:gd name="connsiteX139" fmla="*/ 1395983 w 1494235"/>
              <a:gd name="connsiteY139" fmla="*/ 7822 h 151586"/>
              <a:gd name="connsiteX140" fmla="*/ 1357444 w 1494235"/>
              <a:gd name="connsiteY140" fmla="*/ 67082 h 151586"/>
              <a:gd name="connsiteX141" fmla="*/ 1371004 w 1494235"/>
              <a:gd name="connsiteY141" fmla="*/ 115201 h 151586"/>
              <a:gd name="connsiteX142" fmla="*/ 1418584 w 1494235"/>
              <a:gd name="connsiteY142" fmla="*/ 25126 h 151586"/>
              <a:gd name="connsiteX143" fmla="*/ 1422628 w 1494235"/>
              <a:gd name="connsiteY143" fmla="*/ 20859 h 151586"/>
              <a:gd name="connsiteX144" fmla="*/ 1431192 w 1494235"/>
              <a:gd name="connsiteY144" fmla="*/ 26548 h 151586"/>
              <a:gd name="connsiteX145" fmla="*/ 1426196 w 1494235"/>
              <a:gd name="connsiteY145" fmla="*/ 32000 h 151586"/>
              <a:gd name="connsiteX146" fmla="*/ 1375524 w 1494235"/>
              <a:gd name="connsiteY146" fmla="*/ 147675 h 151586"/>
              <a:gd name="connsiteX147" fmla="*/ 1353875 w 1494235"/>
              <a:gd name="connsiteY147" fmla="*/ 147675 h 151586"/>
              <a:gd name="connsiteX148" fmla="*/ 1345311 w 1494235"/>
              <a:gd name="connsiteY148" fmla="*/ 100267 h 151586"/>
              <a:gd name="connsiteX149" fmla="*/ 1336509 w 1494235"/>
              <a:gd name="connsiteY149" fmla="*/ 147675 h 151586"/>
              <a:gd name="connsiteX150" fmla="*/ 1314147 w 1494235"/>
              <a:gd name="connsiteY150" fmla="*/ 147675 h 151586"/>
              <a:gd name="connsiteX151" fmla="*/ 1259906 w 1494235"/>
              <a:gd name="connsiteY151" fmla="*/ 23941 h 151586"/>
              <a:gd name="connsiteX152" fmla="*/ 1278938 w 1494235"/>
              <a:gd name="connsiteY152" fmla="*/ 13037 h 151586"/>
              <a:gd name="connsiteX153" fmla="*/ 1293212 w 1494235"/>
              <a:gd name="connsiteY153" fmla="*/ 30578 h 151586"/>
              <a:gd name="connsiteX154" fmla="*/ 1330799 w 1494235"/>
              <a:gd name="connsiteY154" fmla="*/ 116623 h 151586"/>
              <a:gd name="connsiteX155" fmla="*/ 1340077 w 1494235"/>
              <a:gd name="connsiteY155" fmla="*/ 82726 h 151586"/>
              <a:gd name="connsiteX156" fmla="*/ 1297494 w 1494235"/>
              <a:gd name="connsiteY156" fmla="*/ 5689 h 151586"/>
              <a:gd name="connsiteX157" fmla="*/ 1320570 w 1494235"/>
              <a:gd name="connsiteY157" fmla="*/ 237 h 151586"/>
              <a:gd name="connsiteX158" fmla="*/ 281790 w 1494235"/>
              <a:gd name="connsiteY158" fmla="*/ 0 h 151586"/>
              <a:gd name="connsiteX159" fmla="*/ 315214 w 1494235"/>
              <a:gd name="connsiteY159" fmla="*/ 6400 h 151586"/>
              <a:gd name="connsiteX160" fmla="*/ 339242 w 1494235"/>
              <a:gd name="connsiteY160" fmla="*/ 23229 h 151586"/>
              <a:gd name="connsiteX161" fmla="*/ 358750 w 1494235"/>
              <a:gd name="connsiteY161" fmla="*/ 77749 h 151586"/>
              <a:gd name="connsiteX162" fmla="*/ 315928 w 1494235"/>
              <a:gd name="connsiteY162" fmla="*/ 144831 h 151586"/>
              <a:gd name="connsiteX163" fmla="*/ 247889 w 1494235"/>
              <a:gd name="connsiteY163" fmla="*/ 144831 h 151586"/>
              <a:gd name="connsiteX164" fmla="*/ 205068 w 1494235"/>
              <a:gd name="connsiteY164" fmla="*/ 77749 h 151586"/>
              <a:gd name="connsiteX165" fmla="*/ 209826 w 1494235"/>
              <a:gd name="connsiteY165" fmla="*/ 46933 h 151586"/>
              <a:gd name="connsiteX166" fmla="*/ 248365 w 1494235"/>
              <a:gd name="connsiteY166" fmla="*/ 6400 h 151586"/>
              <a:gd name="connsiteX167" fmla="*/ 281790 w 1494235"/>
              <a:gd name="connsiteY167" fmla="*/ 0 h 1515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494235" h="151586">
                <a:moveTo>
                  <a:pt x="1492094" y="123497"/>
                </a:moveTo>
                <a:cubicBezTo>
                  <a:pt x="1493521" y="131319"/>
                  <a:pt x="1494235" y="139379"/>
                  <a:pt x="1494235" y="147675"/>
                </a:cubicBezTo>
                <a:cubicBezTo>
                  <a:pt x="1494235" y="147675"/>
                  <a:pt x="1494235" y="147675"/>
                  <a:pt x="1482816" y="147675"/>
                </a:cubicBezTo>
                <a:cubicBezTo>
                  <a:pt x="1485195" y="138905"/>
                  <a:pt x="1488288" y="130845"/>
                  <a:pt x="1492094" y="123497"/>
                </a:cubicBezTo>
                <a:close/>
                <a:moveTo>
                  <a:pt x="1199480" y="106904"/>
                </a:moveTo>
                <a:cubicBezTo>
                  <a:pt x="1207093" y="118993"/>
                  <a:pt x="1212564" y="132742"/>
                  <a:pt x="1215657" y="147675"/>
                </a:cubicBezTo>
                <a:cubicBezTo>
                  <a:pt x="1215657" y="147675"/>
                  <a:pt x="1215657" y="147675"/>
                  <a:pt x="1193770" y="147675"/>
                </a:cubicBezTo>
                <a:cubicBezTo>
                  <a:pt x="1193770" y="133453"/>
                  <a:pt x="1195911" y="119942"/>
                  <a:pt x="1199480" y="106904"/>
                </a:cubicBezTo>
                <a:close/>
                <a:moveTo>
                  <a:pt x="1475679" y="77274"/>
                </a:moveTo>
                <a:cubicBezTo>
                  <a:pt x="1477582" y="80593"/>
                  <a:pt x="1479248" y="83912"/>
                  <a:pt x="1480675" y="87467"/>
                </a:cubicBezTo>
                <a:cubicBezTo>
                  <a:pt x="1469970" y="100978"/>
                  <a:pt x="1458788" y="120653"/>
                  <a:pt x="1453792" y="147675"/>
                </a:cubicBezTo>
                <a:cubicBezTo>
                  <a:pt x="1453792" y="147675"/>
                  <a:pt x="1453792" y="147675"/>
                  <a:pt x="1443325" y="147675"/>
                </a:cubicBezTo>
                <a:cubicBezTo>
                  <a:pt x="1448321" y="118282"/>
                  <a:pt x="1460691" y="94578"/>
                  <a:pt x="1475679" y="77274"/>
                </a:cubicBezTo>
                <a:close/>
                <a:moveTo>
                  <a:pt x="1218512" y="65660"/>
                </a:moveTo>
                <a:cubicBezTo>
                  <a:pt x="1221842" y="69452"/>
                  <a:pt x="1225173" y="73245"/>
                  <a:pt x="1228266" y="77512"/>
                </a:cubicBezTo>
                <a:cubicBezTo>
                  <a:pt x="1242301" y="97186"/>
                  <a:pt x="1251817" y="121364"/>
                  <a:pt x="1255862" y="147675"/>
                </a:cubicBezTo>
                <a:cubicBezTo>
                  <a:pt x="1255862" y="147675"/>
                  <a:pt x="1255862" y="147675"/>
                  <a:pt x="1234213" y="147675"/>
                </a:cubicBezTo>
                <a:cubicBezTo>
                  <a:pt x="1229931" y="123260"/>
                  <a:pt x="1220415" y="101690"/>
                  <a:pt x="1207331" y="85571"/>
                </a:cubicBezTo>
                <a:cubicBezTo>
                  <a:pt x="1210661" y="78697"/>
                  <a:pt x="1214230" y="72060"/>
                  <a:pt x="1218512" y="65660"/>
                </a:cubicBezTo>
                <a:close/>
                <a:moveTo>
                  <a:pt x="1452603" y="45037"/>
                </a:moveTo>
                <a:cubicBezTo>
                  <a:pt x="1454982" y="47645"/>
                  <a:pt x="1457361" y="50252"/>
                  <a:pt x="1459502" y="52859"/>
                </a:cubicBezTo>
                <a:cubicBezTo>
                  <a:pt x="1458313" y="54045"/>
                  <a:pt x="1457123" y="55230"/>
                  <a:pt x="1456171" y="56652"/>
                </a:cubicBezTo>
                <a:cubicBezTo>
                  <a:pt x="1439757" y="74667"/>
                  <a:pt x="1420725" y="104297"/>
                  <a:pt x="1414539" y="147675"/>
                </a:cubicBezTo>
                <a:cubicBezTo>
                  <a:pt x="1414539" y="147675"/>
                  <a:pt x="1414539" y="147675"/>
                  <a:pt x="1404072" y="147675"/>
                </a:cubicBezTo>
                <a:cubicBezTo>
                  <a:pt x="1410257" y="102875"/>
                  <a:pt x="1429527" y="68741"/>
                  <a:pt x="1452603" y="45037"/>
                </a:cubicBezTo>
                <a:close/>
                <a:moveTo>
                  <a:pt x="1244918" y="35318"/>
                </a:moveTo>
                <a:cubicBezTo>
                  <a:pt x="1250390" y="41007"/>
                  <a:pt x="1255862" y="47170"/>
                  <a:pt x="1260620" y="54045"/>
                </a:cubicBezTo>
                <a:cubicBezTo>
                  <a:pt x="1279414" y="79882"/>
                  <a:pt x="1291546" y="112356"/>
                  <a:pt x="1295828" y="147675"/>
                </a:cubicBezTo>
                <a:cubicBezTo>
                  <a:pt x="1274180" y="147675"/>
                  <a:pt x="1274180" y="147675"/>
                  <a:pt x="1274180" y="147675"/>
                </a:cubicBezTo>
                <a:cubicBezTo>
                  <a:pt x="1268708" y="107616"/>
                  <a:pt x="1252531" y="73245"/>
                  <a:pt x="1229931" y="50726"/>
                </a:cubicBezTo>
                <a:cubicBezTo>
                  <a:pt x="1234451" y="45274"/>
                  <a:pt x="1239447" y="40059"/>
                  <a:pt x="1244918" y="35318"/>
                </a:cubicBezTo>
                <a:close/>
                <a:moveTo>
                  <a:pt x="648509" y="31289"/>
                </a:moveTo>
                <a:cubicBezTo>
                  <a:pt x="648509" y="120179"/>
                  <a:pt x="648509" y="120179"/>
                  <a:pt x="648509" y="120179"/>
                </a:cubicBezTo>
                <a:cubicBezTo>
                  <a:pt x="670158" y="120179"/>
                  <a:pt x="670158" y="120179"/>
                  <a:pt x="670158" y="120179"/>
                </a:cubicBezTo>
                <a:cubicBezTo>
                  <a:pt x="677057" y="120179"/>
                  <a:pt x="683242" y="119230"/>
                  <a:pt x="688476" y="117334"/>
                </a:cubicBezTo>
                <a:cubicBezTo>
                  <a:pt x="699181" y="113304"/>
                  <a:pt x="706794" y="105719"/>
                  <a:pt x="710838" y="95052"/>
                </a:cubicBezTo>
                <a:cubicBezTo>
                  <a:pt x="715120" y="83675"/>
                  <a:pt x="714882" y="66845"/>
                  <a:pt x="710838" y="55704"/>
                </a:cubicBezTo>
                <a:cubicBezTo>
                  <a:pt x="706794" y="45037"/>
                  <a:pt x="699181" y="37689"/>
                  <a:pt x="688476" y="33896"/>
                </a:cubicBezTo>
                <a:cubicBezTo>
                  <a:pt x="683242" y="32237"/>
                  <a:pt x="677057" y="31289"/>
                  <a:pt x="670158" y="31289"/>
                </a:cubicBezTo>
                <a:cubicBezTo>
                  <a:pt x="648509" y="31289"/>
                  <a:pt x="648509" y="31289"/>
                  <a:pt x="648509" y="31289"/>
                </a:cubicBezTo>
                <a:close/>
                <a:moveTo>
                  <a:pt x="407757" y="31289"/>
                </a:moveTo>
                <a:cubicBezTo>
                  <a:pt x="407757" y="76326"/>
                  <a:pt x="407757" y="76326"/>
                  <a:pt x="407757" y="76326"/>
                </a:cubicBezTo>
                <a:cubicBezTo>
                  <a:pt x="433687" y="76326"/>
                  <a:pt x="433687" y="76326"/>
                  <a:pt x="433687" y="76326"/>
                </a:cubicBezTo>
                <a:cubicBezTo>
                  <a:pt x="442490" y="76326"/>
                  <a:pt x="449627" y="72771"/>
                  <a:pt x="453909" y="65423"/>
                </a:cubicBezTo>
                <a:cubicBezTo>
                  <a:pt x="457953" y="58785"/>
                  <a:pt x="457715" y="47882"/>
                  <a:pt x="453909" y="41244"/>
                </a:cubicBezTo>
                <a:cubicBezTo>
                  <a:pt x="452006" y="37689"/>
                  <a:pt x="449151" y="35081"/>
                  <a:pt x="445820" y="33185"/>
                </a:cubicBezTo>
                <a:cubicBezTo>
                  <a:pt x="442490" y="31289"/>
                  <a:pt x="438207" y="31289"/>
                  <a:pt x="433687" y="31289"/>
                </a:cubicBezTo>
                <a:cubicBezTo>
                  <a:pt x="407757" y="31289"/>
                  <a:pt x="407757" y="31289"/>
                  <a:pt x="407757" y="31289"/>
                </a:cubicBezTo>
                <a:close/>
                <a:moveTo>
                  <a:pt x="281909" y="29393"/>
                </a:moveTo>
                <a:cubicBezTo>
                  <a:pt x="253599" y="29393"/>
                  <a:pt x="238849" y="50015"/>
                  <a:pt x="238849" y="75852"/>
                </a:cubicBezTo>
                <a:cubicBezTo>
                  <a:pt x="238849" y="100741"/>
                  <a:pt x="254551" y="122312"/>
                  <a:pt x="281909" y="122312"/>
                </a:cubicBezTo>
                <a:cubicBezTo>
                  <a:pt x="309029" y="122312"/>
                  <a:pt x="325206" y="100978"/>
                  <a:pt x="325206" y="75852"/>
                </a:cubicBezTo>
                <a:cubicBezTo>
                  <a:pt x="325206" y="45985"/>
                  <a:pt x="305936" y="29393"/>
                  <a:pt x="281909" y="29393"/>
                </a:cubicBezTo>
                <a:close/>
                <a:moveTo>
                  <a:pt x="1049842" y="4266"/>
                </a:moveTo>
                <a:cubicBezTo>
                  <a:pt x="1049842" y="4266"/>
                  <a:pt x="1049842" y="4266"/>
                  <a:pt x="1129776" y="4266"/>
                </a:cubicBezTo>
                <a:cubicBezTo>
                  <a:pt x="1129776" y="4266"/>
                  <a:pt x="1129776" y="4266"/>
                  <a:pt x="1129776" y="14696"/>
                </a:cubicBezTo>
                <a:cubicBezTo>
                  <a:pt x="1129776" y="14696"/>
                  <a:pt x="1129776" y="14696"/>
                  <a:pt x="1061499" y="14696"/>
                </a:cubicBezTo>
                <a:cubicBezTo>
                  <a:pt x="1061499" y="14696"/>
                  <a:pt x="1061499" y="14696"/>
                  <a:pt x="1061499" y="68978"/>
                </a:cubicBezTo>
                <a:cubicBezTo>
                  <a:pt x="1061499" y="68978"/>
                  <a:pt x="1061499" y="68978"/>
                  <a:pt x="1125018" y="68978"/>
                </a:cubicBezTo>
                <a:cubicBezTo>
                  <a:pt x="1125018" y="68978"/>
                  <a:pt x="1125018" y="68978"/>
                  <a:pt x="1125018" y="79408"/>
                </a:cubicBezTo>
                <a:cubicBezTo>
                  <a:pt x="1125018" y="79408"/>
                  <a:pt x="1125018" y="79408"/>
                  <a:pt x="1061499" y="79408"/>
                </a:cubicBezTo>
                <a:lnTo>
                  <a:pt x="1061499" y="137245"/>
                </a:lnTo>
                <a:cubicBezTo>
                  <a:pt x="1061499" y="137245"/>
                  <a:pt x="1061499" y="137245"/>
                  <a:pt x="1132155" y="137245"/>
                </a:cubicBezTo>
                <a:cubicBezTo>
                  <a:pt x="1132155" y="137245"/>
                  <a:pt x="1132155" y="137245"/>
                  <a:pt x="1132155" y="147675"/>
                </a:cubicBezTo>
                <a:cubicBezTo>
                  <a:pt x="1132155" y="147675"/>
                  <a:pt x="1132155" y="147675"/>
                  <a:pt x="1049842" y="147675"/>
                </a:cubicBezTo>
                <a:cubicBezTo>
                  <a:pt x="1049842" y="147675"/>
                  <a:pt x="1049842" y="147675"/>
                  <a:pt x="1049842" y="4266"/>
                </a:cubicBezTo>
                <a:close/>
                <a:moveTo>
                  <a:pt x="904011" y="4266"/>
                </a:moveTo>
                <a:cubicBezTo>
                  <a:pt x="904011" y="4266"/>
                  <a:pt x="904011" y="4266"/>
                  <a:pt x="924946" y="4266"/>
                </a:cubicBezTo>
                <a:cubicBezTo>
                  <a:pt x="924946" y="4266"/>
                  <a:pt x="924946" y="4266"/>
                  <a:pt x="1008448" y="137245"/>
                </a:cubicBezTo>
                <a:cubicBezTo>
                  <a:pt x="1008448" y="137245"/>
                  <a:pt x="1008448" y="137245"/>
                  <a:pt x="1010827" y="137245"/>
                </a:cubicBezTo>
                <a:lnTo>
                  <a:pt x="1010827" y="4266"/>
                </a:lnTo>
                <a:cubicBezTo>
                  <a:pt x="1010827" y="4266"/>
                  <a:pt x="1010827" y="4266"/>
                  <a:pt x="1022484" y="4266"/>
                </a:cubicBezTo>
                <a:cubicBezTo>
                  <a:pt x="1022484" y="4266"/>
                  <a:pt x="1022484" y="4266"/>
                  <a:pt x="1022484" y="147675"/>
                </a:cubicBezTo>
                <a:cubicBezTo>
                  <a:pt x="1022484" y="147675"/>
                  <a:pt x="1022484" y="147675"/>
                  <a:pt x="1001787" y="147675"/>
                </a:cubicBezTo>
                <a:cubicBezTo>
                  <a:pt x="1001787" y="147675"/>
                  <a:pt x="1001787" y="147675"/>
                  <a:pt x="918523" y="14696"/>
                </a:cubicBezTo>
                <a:cubicBezTo>
                  <a:pt x="918523" y="14696"/>
                  <a:pt x="918523" y="14696"/>
                  <a:pt x="915668" y="14696"/>
                </a:cubicBezTo>
                <a:cubicBezTo>
                  <a:pt x="915668" y="14696"/>
                  <a:pt x="915668" y="14696"/>
                  <a:pt x="915668" y="147675"/>
                </a:cubicBezTo>
                <a:cubicBezTo>
                  <a:pt x="915668" y="147675"/>
                  <a:pt x="915668" y="147675"/>
                  <a:pt x="904011" y="147675"/>
                </a:cubicBezTo>
                <a:cubicBezTo>
                  <a:pt x="904011" y="147675"/>
                  <a:pt x="904011" y="147675"/>
                  <a:pt x="904011" y="4266"/>
                </a:cubicBezTo>
                <a:close/>
                <a:moveTo>
                  <a:pt x="860714" y="4266"/>
                </a:moveTo>
                <a:cubicBezTo>
                  <a:pt x="860714" y="4266"/>
                  <a:pt x="860714" y="4266"/>
                  <a:pt x="872371" y="4266"/>
                </a:cubicBezTo>
                <a:cubicBezTo>
                  <a:pt x="872371" y="4266"/>
                  <a:pt x="872371" y="4266"/>
                  <a:pt x="872371" y="147675"/>
                </a:cubicBezTo>
                <a:cubicBezTo>
                  <a:pt x="872371" y="147675"/>
                  <a:pt x="872371" y="147675"/>
                  <a:pt x="860714" y="147675"/>
                </a:cubicBezTo>
                <a:close/>
                <a:moveTo>
                  <a:pt x="769837" y="4266"/>
                </a:moveTo>
                <a:cubicBezTo>
                  <a:pt x="769837" y="4266"/>
                  <a:pt x="769837" y="4266"/>
                  <a:pt x="781494" y="4266"/>
                </a:cubicBezTo>
                <a:lnTo>
                  <a:pt x="781494" y="137245"/>
                </a:lnTo>
                <a:cubicBezTo>
                  <a:pt x="781494" y="137245"/>
                  <a:pt x="781494" y="137245"/>
                  <a:pt x="847154" y="137245"/>
                </a:cubicBezTo>
                <a:cubicBezTo>
                  <a:pt x="847154" y="137245"/>
                  <a:pt x="847154" y="137245"/>
                  <a:pt x="847154" y="147675"/>
                </a:cubicBezTo>
                <a:cubicBezTo>
                  <a:pt x="847154" y="147675"/>
                  <a:pt x="847154" y="147675"/>
                  <a:pt x="769837" y="147675"/>
                </a:cubicBezTo>
                <a:cubicBezTo>
                  <a:pt x="769837" y="147675"/>
                  <a:pt x="769837" y="147675"/>
                  <a:pt x="769837" y="4266"/>
                </a:cubicBezTo>
                <a:close/>
                <a:moveTo>
                  <a:pt x="513859" y="4266"/>
                </a:moveTo>
                <a:cubicBezTo>
                  <a:pt x="513859" y="4266"/>
                  <a:pt x="513859" y="4266"/>
                  <a:pt x="546213" y="4266"/>
                </a:cubicBezTo>
                <a:lnTo>
                  <a:pt x="546213" y="119468"/>
                </a:lnTo>
                <a:cubicBezTo>
                  <a:pt x="546213" y="119468"/>
                  <a:pt x="546213" y="119468"/>
                  <a:pt x="602595" y="119468"/>
                </a:cubicBezTo>
                <a:cubicBezTo>
                  <a:pt x="602595" y="119468"/>
                  <a:pt x="602595" y="119468"/>
                  <a:pt x="602595" y="147675"/>
                </a:cubicBezTo>
                <a:cubicBezTo>
                  <a:pt x="602595" y="147675"/>
                  <a:pt x="602595" y="147675"/>
                  <a:pt x="513859" y="147675"/>
                </a:cubicBezTo>
                <a:cubicBezTo>
                  <a:pt x="513859" y="147675"/>
                  <a:pt x="513859" y="147675"/>
                  <a:pt x="513859" y="4266"/>
                </a:cubicBezTo>
                <a:close/>
                <a:moveTo>
                  <a:pt x="0" y="4266"/>
                </a:moveTo>
                <a:cubicBezTo>
                  <a:pt x="0" y="4266"/>
                  <a:pt x="0" y="4266"/>
                  <a:pt x="33068" y="4266"/>
                </a:cubicBezTo>
                <a:cubicBezTo>
                  <a:pt x="33068" y="4266"/>
                  <a:pt x="33068" y="4266"/>
                  <a:pt x="62091" y="119468"/>
                </a:cubicBezTo>
                <a:cubicBezTo>
                  <a:pt x="62091" y="119468"/>
                  <a:pt x="62091" y="119468"/>
                  <a:pt x="65184" y="119468"/>
                </a:cubicBezTo>
                <a:cubicBezTo>
                  <a:pt x="65184" y="119468"/>
                  <a:pt x="65184" y="119468"/>
                  <a:pt x="86357" y="8059"/>
                </a:cubicBezTo>
                <a:cubicBezTo>
                  <a:pt x="86357" y="8059"/>
                  <a:pt x="86357" y="8059"/>
                  <a:pt x="120138" y="8059"/>
                </a:cubicBezTo>
                <a:cubicBezTo>
                  <a:pt x="120138" y="8059"/>
                  <a:pt x="120138" y="8059"/>
                  <a:pt x="143690" y="119468"/>
                </a:cubicBezTo>
                <a:cubicBezTo>
                  <a:pt x="143690" y="119468"/>
                  <a:pt x="143690" y="119468"/>
                  <a:pt x="146069" y="119468"/>
                </a:cubicBezTo>
                <a:lnTo>
                  <a:pt x="171048" y="4266"/>
                </a:lnTo>
                <a:cubicBezTo>
                  <a:pt x="171048" y="4266"/>
                  <a:pt x="171048" y="4266"/>
                  <a:pt x="204354" y="4266"/>
                </a:cubicBezTo>
                <a:cubicBezTo>
                  <a:pt x="204354" y="4266"/>
                  <a:pt x="204354" y="4266"/>
                  <a:pt x="172714" y="147675"/>
                </a:cubicBezTo>
                <a:cubicBezTo>
                  <a:pt x="172714" y="147675"/>
                  <a:pt x="172714" y="147675"/>
                  <a:pt x="122279" y="147675"/>
                </a:cubicBezTo>
                <a:cubicBezTo>
                  <a:pt x="122279" y="147675"/>
                  <a:pt x="122279" y="147675"/>
                  <a:pt x="103010" y="60208"/>
                </a:cubicBezTo>
                <a:cubicBezTo>
                  <a:pt x="103010" y="60208"/>
                  <a:pt x="103010" y="60208"/>
                  <a:pt x="85167" y="147675"/>
                </a:cubicBezTo>
                <a:cubicBezTo>
                  <a:pt x="85167" y="147675"/>
                  <a:pt x="85167" y="147675"/>
                  <a:pt x="35685" y="147675"/>
                </a:cubicBezTo>
                <a:cubicBezTo>
                  <a:pt x="35685" y="147675"/>
                  <a:pt x="35685" y="147675"/>
                  <a:pt x="0" y="4266"/>
                </a:cubicBezTo>
                <a:close/>
                <a:moveTo>
                  <a:pt x="616155" y="3081"/>
                </a:moveTo>
                <a:cubicBezTo>
                  <a:pt x="669444" y="3081"/>
                  <a:pt x="669444" y="3081"/>
                  <a:pt x="669444" y="3081"/>
                </a:cubicBezTo>
                <a:cubicBezTo>
                  <a:pt x="692758" y="3081"/>
                  <a:pt x="712741" y="9244"/>
                  <a:pt x="728205" y="24178"/>
                </a:cubicBezTo>
                <a:cubicBezTo>
                  <a:pt x="741289" y="37215"/>
                  <a:pt x="747712" y="54993"/>
                  <a:pt x="747712" y="73482"/>
                </a:cubicBezTo>
                <a:cubicBezTo>
                  <a:pt x="747950" y="83675"/>
                  <a:pt x="746761" y="93630"/>
                  <a:pt x="742716" y="103349"/>
                </a:cubicBezTo>
                <a:cubicBezTo>
                  <a:pt x="736055" y="121127"/>
                  <a:pt x="722019" y="135112"/>
                  <a:pt x="703701" y="142460"/>
                </a:cubicBezTo>
                <a:cubicBezTo>
                  <a:pt x="693947" y="146490"/>
                  <a:pt x="682528" y="148386"/>
                  <a:pt x="669444" y="148386"/>
                </a:cubicBezTo>
                <a:cubicBezTo>
                  <a:pt x="616155" y="148386"/>
                  <a:pt x="616155" y="148386"/>
                  <a:pt x="616155" y="148386"/>
                </a:cubicBezTo>
                <a:cubicBezTo>
                  <a:pt x="616155" y="3081"/>
                  <a:pt x="616155" y="3081"/>
                  <a:pt x="616155" y="3081"/>
                </a:cubicBezTo>
                <a:close/>
                <a:moveTo>
                  <a:pt x="375403" y="3081"/>
                </a:moveTo>
                <a:cubicBezTo>
                  <a:pt x="432022" y="3081"/>
                  <a:pt x="432022" y="3081"/>
                  <a:pt x="432022" y="3081"/>
                </a:cubicBezTo>
                <a:cubicBezTo>
                  <a:pt x="452719" y="3318"/>
                  <a:pt x="472227" y="8059"/>
                  <a:pt x="483408" y="24652"/>
                </a:cubicBezTo>
                <a:cubicBezTo>
                  <a:pt x="488166" y="31763"/>
                  <a:pt x="490545" y="40533"/>
                  <a:pt x="490545" y="51200"/>
                </a:cubicBezTo>
                <a:cubicBezTo>
                  <a:pt x="491021" y="62104"/>
                  <a:pt x="488642" y="73245"/>
                  <a:pt x="483408" y="80830"/>
                </a:cubicBezTo>
                <a:cubicBezTo>
                  <a:pt x="478650" y="87704"/>
                  <a:pt x="471989" y="92919"/>
                  <a:pt x="463425" y="96238"/>
                </a:cubicBezTo>
                <a:cubicBezTo>
                  <a:pt x="500299" y="147675"/>
                  <a:pt x="500299" y="147675"/>
                  <a:pt x="500299" y="147675"/>
                </a:cubicBezTo>
                <a:cubicBezTo>
                  <a:pt x="462711" y="147675"/>
                  <a:pt x="462711" y="147675"/>
                  <a:pt x="462711" y="147675"/>
                </a:cubicBezTo>
                <a:cubicBezTo>
                  <a:pt x="432260" y="103349"/>
                  <a:pt x="432260" y="103349"/>
                  <a:pt x="432260" y="103349"/>
                </a:cubicBezTo>
                <a:cubicBezTo>
                  <a:pt x="431546" y="103349"/>
                  <a:pt x="408232" y="103349"/>
                  <a:pt x="407757" y="103349"/>
                </a:cubicBezTo>
                <a:cubicBezTo>
                  <a:pt x="407757" y="147675"/>
                  <a:pt x="407757" y="147675"/>
                  <a:pt x="407757" y="147675"/>
                </a:cubicBezTo>
                <a:cubicBezTo>
                  <a:pt x="375403" y="147675"/>
                  <a:pt x="375403" y="147675"/>
                  <a:pt x="375403" y="147675"/>
                </a:cubicBezTo>
                <a:cubicBezTo>
                  <a:pt x="375403" y="3081"/>
                  <a:pt x="375403" y="3081"/>
                  <a:pt x="375403" y="3081"/>
                </a:cubicBezTo>
                <a:close/>
                <a:moveTo>
                  <a:pt x="1320570" y="237"/>
                </a:moveTo>
                <a:cubicBezTo>
                  <a:pt x="1322473" y="2370"/>
                  <a:pt x="1324138" y="4740"/>
                  <a:pt x="1325804" y="6874"/>
                </a:cubicBezTo>
                <a:cubicBezTo>
                  <a:pt x="1336033" y="21333"/>
                  <a:pt x="1344835" y="36978"/>
                  <a:pt x="1352210" y="53808"/>
                </a:cubicBezTo>
                <a:cubicBezTo>
                  <a:pt x="1362440" y="33659"/>
                  <a:pt x="1374097" y="17066"/>
                  <a:pt x="1385278" y="4266"/>
                </a:cubicBezTo>
                <a:cubicBezTo>
                  <a:pt x="1388846" y="5214"/>
                  <a:pt x="1392415" y="6400"/>
                  <a:pt x="1395983" y="7822"/>
                </a:cubicBezTo>
                <a:cubicBezTo>
                  <a:pt x="1382899" y="22281"/>
                  <a:pt x="1368863" y="41719"/>
                  <a:pt x="1357444" y="67082"/>
                </a:cubicBezTo>
                <a:cubicBezTo>
                  <a:pt x="1363153" y="82252"/>
                  <a:pt x="1367674" y="98608"/>
                  <a:pt x="1371004" y="115201"/>
                </a:cubicBezTo>
                <a:cubicBezTo>
                  <a:pt x="1381234" y="73719"/>
                  <a:pt x="1400979" y="44326"/>
                  <a:pt x="1418584" y="25126"/>
                </a:cubicBezTo>
                <a:cubicBezTo>
                  <a:pt x="1419773" y="23467"/>
                  <a:pt x="1421200" y="22044"/>
                  <a:pt x="1422628" y="20859"/>
                </a:cubicBezTo>
                <a:cubicBezTo>
                  <a:pt x="1425483" y="22518"/>
                  <a:pt x="1428337" y="24415"/>
                  <a:pt x="1431192" y="26548"/>
                </a:cubicBezTo>
                <a:cubicBezTo>
                  <a:pt x="1429527" y="28207"/>
                  <a:pt x="1427862" y="30104"/>
                  <a:pt x="1426196" y="32000"/>
                </a:cubicBezTo>
                <a:cubicBezTo>
                  <a:pt x="1405737" y="54519"/>
                  <a:pt x="1381947" y="91971"/>
                  <a:pt x="1375524" y="147675"/>
                </a:cubicBezTo>
                <a:cubicBezTo>
                  <a:pt x="1375524" y="147675"/>
                  <a:pt x="1375524" y="147675"/>
                  <a:pt x="1353875" y="147675"/>
                </a:cubicBezTo>
                <a:cubicBezTo>
                  <a:pt x="1352210" y="131319"/>
                  <a:pt x="1349355" y="115438"/>
                  <a:pt x="1345311" y="100267"/>
                </a:cubicBezTo>
                <a:cubicBezTo>
                  <a:pt x="1341267" y="114727"/>
                  <a:pt x="1338174" y="130371"/>
                  <a:pt x="1336509" y="147675"/>
                </a:cubicBezTo>
                <a:cubicBezTo>
                  <a:pt x="1336509" y="147675"/>
                  <a:pt x="1336509" y="147675"/>
                  <a:pt x="1314147" y="147675"/>
                </a:cubicBezTo>
                <a:cubicBezTo>
                  <a:pt x="1308437" y="96712"/>
                  <a:pt x="1288216" y="52622"/>
                  <a:pt x="1259906" y="23941"/>
                </a:cubicBezTo>
                <a:cubicBezTo>
                  <a:pt x="1265853" y="19911"/>
                  <a:pt x="1272277" y="16118"/>
                  <a:pt x="1278938" y="13037"/>
                </a:cubicBezTo>
                <a:cubicBezTo>
                  <a:pt x="1283934" y="18489"/>
                  <a:pt x="1288692" y="24178"/>
                  <a:pt x="1293212" y="30578"/>
                </a:cubicBezTo>
                <a:cubicBezTo>
                  <a:pt x="1311054" y="54993"/>
                  <a:pt x="1323662" y="84623"/>
                  <a:pt x="1330799" y="116623"/>
                </a:cubicBezTo>
                <a:cubicBezTo>
                  <a:pt x="1333178" y="104534"/>
                  <a:pt x="1336509" y="93156"/>
                  <a:pt x="1340077" y="82726"/>
                </a:cubicBezTo>
                <a:cubicBezTo>
                  <a:pt x="1330086" y="52622"/>
                  <a:pt x="1315336" y="26311"/>
                  <a:pt x="1297494" y="5689"/>
                </a:cubicBezTo>
                <a:cubicBezTo>
                  <a:pt x="1304869" y="3318"/>
                  <a:pt x="1312719" y="1422"/>
                  <a:pt x="1320570" y="237"/>
                </a:cubicBezTo>
                <a:close/>
                <a:moveTo>
                  <a:pt x="281790" y="0"/>
                </a:moveTo>
                <a:cubicBezTo>
                  <a:pt x="293923" y="0"/>
                  <a:pt x="306055" y="2133"/>
                  <a:pt x="315214" y="6400"/>
                </a:cubicBezTo>
                <a:cubicBezTo>
                  <a:pt x="324730" y="10429"/>
                  <a:pt x="332819" y="16118"/>
                  <a:pt x="339242" y="23229"/>
                </a:cubicBezTo>
                <a:cubicBezTo>
                  <a:pt x="353040" y="37926"/>
                  <a:pt x="359701" y="58074"/>
                  <a:pt x="358750" y="77749"/>
                </a:cubicBezTo>
                <a:cubicBezTo>
                  <a:pt x="358512" y="105245"/>
                  <a:pt x="341859" y="132979"/>
                  <a:pt x="315928" y="144831"/>
                </a:cubicBezTo>
                <a:cubicBezTo>
                  <a:pt x="297372" y="153838"/>
                  <a:pt x="266445" y="153838"/>
                  <a:pt x="247889" y="144831"/>
                </a:cubicBezTo>
                <a:cubicBezTo>
                  <a:pt x="221721" y="132742"/>
                  <a:pt x="205306" y="105245"/>
                  <a:pt x="205068" y="77749"/>
                </a:cubicBezTo>
                <a:cubicBezTo>
                  <a:pt x="204592" y="67319"/>
                  <a:pt x="206019" y="57126"/>
                  <a:pt x="209826" y="46933"/>
                </a:cubicBezTo>
                <a:cubicBezTo>
                  <a:pt x="216487" y="28918"/>
                  <a:pt x="230285" y="14222"/>
                  <a:pt x="248365" y="6400"/>
                </a:cubicBezTo>
                <a:cubicBezTo>
                  <a:pt x="257524" y="2133"/>
                  <a:pt x="269657" y="0"/>
                  <a:pt x="281790" y="0"/>
                </a:cubicBezTo>
                <a:close/>
              </a:path>
            </a:pathLst>
          </a:custGeom>
          <a:solidFill>
            <a:srgbClr val="000000"/>
          </a:solidFill>
          <a:ln w="0">
            <a:solidFill>
              <a:schemeClr val="tx1">
                <a:alpha val="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02_***Title 3">
            <a:extLst>
              <a:ext uri="{FF2B5EF4-FFF2-40B4-BE49-F238E27FC236}">
                <a16:creationId xmlns:a16="http://schemas.microsoft.com/office/drawing/2014/main" id="{039ED969-49C4-3882-CD62-D06445E8E9A5}"/>
              </a:ext>
            </a:extLst>
          </p:cNvPr>
          <p:cNvSpPr>
            <a:spLocks noGrp="1" noSelect="1"/>
          </p:cNvSpPr>
          <p:nvPr>
            <p:ph type="title" hasCustomPrompt="1"/>
          </p:nvPr>
        </p:nvSpPr>
        <p:spPr>
          <a:xfrm>
            <a:off x="360000" y="2014200"/>
            <a:ext cx="8435159" cy="1631880"/>
          </a:xfrm>
          <a:noFill/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NL" sz="3200" b="1"/>
            </a:lvl1pPr>
          </a:lstStyle>
          <a:p>
            <a:pPr marL="0" lvl="0">
              <a:lnSpc>
                <a:spcPct val="84000"/>
              </a:lnSpc>
            </a:pPr>
            <a:r>
              <a:rPr lang="en-GB"/>
              <a:t>[Closure e.g. Thank you for your attention]</a:t>
            </a:r>
            <a:endParaRPr lang="en-GB" dirty="0"/>
          </a:p>
        </p:txBody>
      </p:sp>
      <p:sp>
        <p:nvSpPr>
          <p:cNvPr id="12" name="03_Frame text 4 [PHJU]">
            <a:extLst>
              <a:ext uri="{FF2B5EF4-FFF2-40B4-BE49-F238E27FC236}">
                <a16:creationId xmlns:a16="http://schemas.microsoft.com/office/drawing/2014/main" id="{EE8520C8-1675-2702-61E7-04A46F2B2E62}"/>
              </a:ext>
            </a:extLst>
          </p:cNvPr>
          <p:cNvSpPr>
            <a:spLocks noGrp="1" noSelect="1"/>
          </p:cNvSpPr>
          <p:nvPr>
            <p:ph type="body" sz="quarter" idx="17" hasCustomPrompt="1"/>
          </p:nvPr>
        </p:nvSpPr>
        <p:spPr bwMode="gray">
          <a:xfrm>
            <a:off x="6354359" y="487439"/>
            <a:ext cx="2429640" cy="196926"/>
          </a:xfrm>
          <a:prstGeom prst="rect">
            <a:avLst/>
          </a:prstGeom>
        </p:spPr>
        <p:txBody>
          <a:bodyPr anchor="t"/>
          <a:lstStyle>
            <a:lvl1pPr marL="36000" indent="0" algn="r">
              <a:lnSpc>
                <a:spcPct val="100000"/>
              </a:lnSpc>
              <a:buFontTx/>
              <a:buNone/>
              <a:defRPr sz="1200" b="1">
                <a:solidFill>
                  <a:schemeClr val="tx1"/>
                </a:solidFill>
              </a:defRPr>
            </a:lvl1pPr>
            <a:lvl2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2pPr>
            <a:lvl3pPr marL="0" indent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3pPr>
            <a:lvl4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4pPr>
            <a:lvl5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5pPr>
            <a:lvl6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6pPr>
            <a:lvl7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7pPr>
            <a:lvl8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8pPr>
            <a:lvl9pPr marL="0" algn="r">
              <a:lnSpc>
                <a:spcPct val="100000"/>
              </a:lnSpc>
              <a:buFontTx/>
              <a:buNone/>
              <a:defRPr sz="1100" b="1">
                <a:solidFill>
                  <a:schemeClr val="tx1"/>
                </a:solidFill>
              </a:defRPr>
            </a:lvl9pPr>
          </a:lstStyle>
          <a:p>
            <a:pPr lvl="0"/>
            <a:r>
              <a:rPr lang="en-GB" dirty="0"/>
              <a:t>[For more information]</a:t>
            </a:r>
          </a:p>
        </p:txBody>
      </p:sp>
      <p:sp>
        <p:nvSpPr>
          <p:cNvPr id="13" name="04_Name 5 [PHJU]">
            <a:extLst>
              <a:ext uri="{FF2B5EF4-FFF2-40B4-BE49-F238E27FC236}">
                <a16:creationId xmlns:a16="http://schemas.microsoft.com/office/drawing/2014/main" id="{DA11F192-0B95-A0CB-6F3B-6AB747745672}"/>
              </a:ext>
            </a:extLst>
          </p:cNvPr>
          <p:cNvSpPr>
            <a:spLocks noGrp="1" noSelect="1"/>
          </p:cNvSpPr>
          <p:nvPr>
            <p:ph type="body" sz="quarter" idx="21" hasCustomPrompt="1"/>
          </p:nvPr>
        </p:nvSpPr>
        <p:spPr bwMode="gray">
          <a:xfrm>
            <a:off x="6354359" y="716039"/>
            <a:ext cx="2429640" cy="196920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1200" b="1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1100" b="1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[Name]</a:t>
            </a:r>
          </a:p>
          <a:p>
            <a:pPr lvl="0"/>
            <a:endParaRPr lang="en-GB" dirty="0"/>
          </a:p>
        </p:txBody>
      </p:sp>
      <p:sp>
        <p:nvSpPr>
          <p:cNvPr id="14" name="05_[Text] 6 [PHJU]">
            <a:extLst>
              <a:ext uri="{FF2B5EF4-FFF2-40B4-BE49-F238E27FC236}">
                <a16:creationId xmlns:a16="http://schemas.microsoft.com/office/drawing/2014/main" id="{6F05AC2E-F067-92C1-67E3-075BFF9601F7}"/>
              </a:ext>
            </a:extLst>
          </p:cNvPr>
          <p:cNvSpPr>
            <a:spLocks noGrp="1" noSelect="1"/>
          </p:cNvSpPr>
          <p:nvPr>
            <p:ph type="body" sz="quarter" idx="20" hasCustomPrompt="1"/>
          </p:nvPr>
        </p:nvSpPr>
        <p:spPr bwMode="gray">
          <a:xfrm>
            <a:off x="6354359" y="978923"/>
            <a:ext cx="2429640" cy="935446"/>
          </a:xfrm>
          <a:prstGeom prst="rect">
            <a:avLst/>
          </a:prstGeom>
        </p:spPr>
        <p:txBody>
          <a:bodyPr lIns="43205" tIns="0" rIns="0" bIns="0"/>
          <a:lstStyle>
            <a:lvl1pPr marL="0" indent="0" algn="r">
              <a:lnSpc>
                <a:spcPct val="100000"/>
              </a:lnSpc>
              <a:buNone/>
              <a:defRPr lang="en-GB" sz="800" b="0" kern="1200" cap="none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2pPr>
            <a:lvl3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3pPr>
            <a:lvl4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4pPr>
            <a:lvl5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5pPr>
            <a:lvl6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6pPr>
            <a:lvl7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7pPr>
            <a:lvl8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8pPr>
            <a:lvl9pPr marL="0" marR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sz="800" b="0" i="0" u="none" cap="none" baseline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dirty="0"/>
              <a:t>[Text]</a:t>
            </a:r>
          </a:p>
          <a:p>
            <a:pPr lvl="0"/>
            <a:endParaRPr lang="en-GB" dirty="0"/>
          </a:p>
          <a:p>
            <a:pPr lvl="0"/>
            <a:endParaRPr lang="en-GB" dirty="0"/>
          </a:p>
        </p:txBody>
      </p:sp>
      <p:sp>
        <p:nvSpPr>
          <p:cNvPr id="15" name="Footer Placeholder 7">
            <a:extLst>
              <a:ext uri="{FF2B5EF4-FFF2-40B4-BE49-F238E27FC236}">
                <a16:creationId xmlns:a16="http://schemas.microsoft.com/office/drawing/2014/main" id="{6D6EAEFB-654D-2007-CD72-714686A932AF}"/>
              </a:ext>
            </a:extLst>
          </p:cNvPr>
          <p:cNvSpPr>
            <a:spLocks noGrp="1" noSelect="1"/>
          </p:cNvSpPr>
          <p:nvPr>
            <p:ph type="ftr" sz="quarter" idx="1001"/>
          </p:nvPr>
        </p:nvSpPr>
        <p:spPr>
          <a:xfrm>
            <a:off x="3413160" y="4910286"/>
            <a:ext cx="5371200" cy="82800"/>
          </a:xfrm>
        </p:spPr>
        <p:txBody>
          <a:bodyPr/>
          <a:lstStyle>
            <a:lvl1pPr algn="r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16" name="Slide Number Placeholder 8">
            <a:extLst>
              <a:ext uri="{FF2B5EF4-FFF2-40B4-BE49-F238E27FC236}">
                <a16:creationId xmlns:a16="http://schemas.microsoft.com/office/drawing/2014/main" id="{8676C6AB-12AB-01D1-404D-1DF7B06BA391}"/>
              </a:ext>
            </a:extLst>
          </p:cNvPr>
          <p:cNvSpPr>
            <a:spLocks noGrp="1" noSelect="1"/>
          </p:cNvSpPr>
          <p:nvPr>
            <p:ph type="sldNum" sz="quarter" idx="1002"/>
          </p:nvPr>
        </p:nvSpPr>
        <p:spPr>
          <a:xfrm>
            <a:off x="8787145" y="4910400"/>
            <a:ext cx="273084" cy="82800"/>
          </a:xfrm>
        </p:spPr>
        <p:txBody>
          <a:bodyPr/>
          <a:lstStyle>
            <a:lvl1pPr algn="l">
              <a:defRPr sz="600">
                <a:latin typeface="Arial" panose="020B0604020202020204" pitchFamily="34" charset="0"/>
              </a:defRPr>
            </a:lvl1pPr>
          </a:lstStyle>
          <a:p>
            <a:r>
              <a:rPr lang="en-GB"/>
              <a:t> - </a:t>
            </a:r>
            <a:fld id="{66C51462-7265-4FA4-8260-F4DA7CBC4A4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294871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Select="1"/>
          </p:cNvSpPr>
          <p:nvPr>
            <p:ph type="title"/>
          </p:nvPr>
        </p:nvSpPr>
        <p:spPr bwMode="gray">
          <a:xfrm>
            <a:off x="360001" y="270000"/>
            <a:ext cx="8424359" cy="47124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Autofit/>
          </a:bodyPr>
          <a:lstStyle/>
          <a:p>
            <a:r>
              <a:rPr lang="en-GB" noProof="1"/>
              <a:t>[Title]</a:t>
            </a:r>
            <a:br>
              <a:rPr lang="en-GB" noProof="1"/>
            </a:br>
            <a:endParaRPr lang="en-GB" noProof="1"/>
          </a:p>
        </p:txBody>
      </p:sp>
      <p:sp>
        <p:nvSpPr>
          <p:cNvPr id="94" name="Placeholder 2 (JU-Free)">
            <a:extLst>
              <a:ext uri="{FF2B5EF4-FFF2-40B4-BE49-F238E27FC236}">
                <a16:creationId xmlns:a16="http://schemas.microsoft.com/office/drawing/2014/main" id="{822664D5-74E7-E486-7235-77F4473527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60000" y="1371600"/>
            <a:ext cx="8424000" cy="32559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GB"/>
              <a:t>JU-LEVEL1=Bullet list 1st level</a:t>
            </a:r>
          </a:p>
          <a:p>
            <a:pPr lvl="1"/>
            <a:r>
              <a:rPr lang="en-GB"/>
              <a:t>JU-LEVEL2=Bullet list 2nd level</a:t>
            </a:r>
          </a:p>
          <a:p>
            <a:pPr lvl="2"/>
            <a:r>
              <a:rPr lang="en-GB"/>
              <a:t>JU-LEVEL3=Bullet list 3rd level</a:t>
            </a:r>
          </a:p>
          <a:p>
            <a:pPr lvl="3"/>
            <a:r>
              <a:rPr lang="en-GB"/>
              <a:t>JU-LEVEL4=Numbered list 1st level</a:t>
            </a:r>
          </a:p>
          <a:p>
            <a:pPr lvl="4"/>
            <a:r>
              <a:rPr lang="en-GB"/>
              <a:t>JU-LEVEL5=Numbered list 2nd level</a:t>
            </a:r>
          </a:p>
          <a:p>
            <a:pPr lvl="5"/>
            <a:r>
              <a:rPr lang="en-GB"/>
              <a:t>JU-LEVEL6=Numbered list 3rd level</a:t>
            </a:r>
          </a:p>
          <a:p>
            <a:pPr lvl="6"/>
            <a:r>
              <a:rPr lang="en-GB"/>
              <a:t>JU-LEVEL7=Bodytext</a:t>
            </a:r>
          </a:p>
          <a:p>
            <a:pPr lvl="7"/>
            <a:r>
              <a:rPr lang="en-GB"/>
              <a:t>JU-LEVEL8=Heading</a:t>
            </a:r>
          </a:p>
          <a:p>
            <a:pPr lvl="8"/>
            <a:r>
              <a:rPr lang="en-GB"/>
              <a:t>JU-LEVEL9=Indent 1st level</a:t>
            </a:r>
            <a:endParaRPr lang="en-GB" dirty="0"/>
          </a:p>
        </p:txBody>
      </p:sp>
      <p:sp>
        <p:nvSpPr>
          <p:cNvPr id="5" name="Frame footer 3"/>
          <p:cNvSpPr>
            <a:spLocks noGrp="1" noSelect="1"/>
          </p:cNvSpPr>
          <p:nvPr>
            <p:ph type="ftr" sz="quarter" idx="3"/>
          </p:nvPr>
        </p:nvSpPr>
        <p:spPr bwMode="gray">
          <a:xfrm>
            <a:off x="3413160" y="4910286"/>
            <a:ext cx="5371200" cy="828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lnSpc>
                <a:spcPct val="80000"/>
              </a:lnSpc>
              <a:defRPr sz="6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  <p:sp>
        <p:nvSpPr>
          <p:cNvPr id="6" name="Frame slide number 4"/>
          <p:cNvSpPr>
            <a:spLocks noGrp="1" noSelect="1"/>
          </p:cNvSpPr>
          <p:nvPr>
            <p:ph type="sldNum" sz="quarter" idx="4"/>
          </p:nvPr>
        </p:nvSpPr>
        <p:spPr bwMode="gray">
          <a:xfrm>
            <a:off x="8787145" y="4910400"/>
            <a:ext cx="273084" cy="828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r">
              <a:lnSpc>
                <a:spcPct val="80000"/>
              </a:lnSpc>
              <a:defRPr sz="600">
                <a:solidFill>
                  <a:schemeClr val="tx1"/>
                </a:solidFill>
              </a:defRPr>
            </a:lvl1pPr>
          </a:lstStyle>
          <a:p>
            <a:pPr algn="l"/>
            <a:r>
              <a:rPr lang="en-GB" dirty="0"/>
              <a:t> - </a:t>
            </a:r>
            <a:fld id="{66C51462-7265-4FA4-8260-F4DA7CBC4A43}" type="slidenum">
              <a:rPr lang="en-GB" smtClean="0"/>
              <a:pPr algn="l"/>
              <a:t>‹#›</a:t>
            </a:fld>
            <a:endParaRPr lang="en-GB" dirty="0"/>
          </a:p>
        </p:txBody>
      </p:sp>
      <p:sp>
        <p:nvSpPr>
          <p:cNvPr id="7" name="Frame 4 {PHJU}">
            <a:extLst>
              <a:ext uri="{FF2B5EF4-FFF2-40B4-BE49-F238E27FC236}">
                <a16:creationId xmlns:a16="http://schemas.microsoft.com/office/drawing/2014/main" id="{2FFFE64A-8102-8A04-FE68-5E0BE3057314}"/>
              </a:ext>
            </a:extLst>
          </p:cNvPr>
          <p:cNvSpPr txBox="1">
            <a:spLocks noSelect="1"/>
          </p:cNvSpPr>
          <p:nvPr userDrawn="1"/>
        </p:nvSpPr>
        <p:spPr bwMode="auto">
          <a:xfrm>
            <a:off x="359999" y="4809600"/>
            <a:ext cx="1494360" cy="155880"/>
          </a:xfrm>
          <a:custGeom>
            <a:avLst/>
            <a:gdLst>
              <a:gd name="T0" fmla="*/ 5356 w 6281"/>
              <a:gd name="T1" fmla="*/ 632 h 658"/>
              <a:gd name="T2" fmla="*/ 5299 w 6281"/>
              <a:gd name="T3" fmla="*/ 237 h 658"/>
              <a:gd name="T4" fmla="*/ 5188 w 6281"/>
              <a:gd name="T5" fmla="*/ 632 h 658"/>
              <a:gd name="T6" fmla="*/ 5122 w 6281"/>
              <a:gd name="T7" fmla="*/ 286 h 658"/>
              <a:gd name="T8" fmla="*/ 5042 w 6281"/>
              <a:gd name="T9" fmla="*/ 460 h 658"/>
              <a:gd name="T10" fmla="*/ 5980 w 6281"/>
              <a:gd name="T11" fmla="*/ 97 h 658"/>
              <a:gd name="T12" fmla="*/ 5706 w 6281"/>
              <a:gd name="T13" fmla="*/ 292 h 658"/>
              <a:gd name="T14" fmla="*/ 5684 w 6281"/>
              <a:gd name="T15" fmla="*/ 236 h 658"/>
              <a:gd name="T16" fmla="*/ 5454 w 6281"/>
              <a:gd name="T17" fmla="*/ 33 h 658"/>
              <a:gd name="T18" fmla="*/ 5436 w 6281"/>
              <a:gd name="T19" fmla="*/ 138 h 658"/>
              <a:gd name="T20" fmla="*/ 5524 w 6281"/>
              <a:gd name="T21" fmla="*/ 632 h 658"/>
              <a:gd name="T22" fmla="*/ 5691 w 6281"/>
              <a:gd name="T23" fmla="*/ 632 h 658"/>
              <a:gd name="T24" fmla="*/ 6016 w 6281"/>
              <a:gd name="T25" fmla="*/ 121 h 658"/>
              <a:gd name="T26" fmla="*/ 5902 w 6281"/>
              <a:gd name="T27" fmla="*/ 632 h 658"/>
              <a:gd name="T28" fmla="*/ 6135 w 6281"/>
              <a:gd name="T29" fmla="*/ 232 h 658"/>
              <a:gd name="T30" fmla="*/ 6224 w 6281"/>
              <a:gd name="T31" fmla="*/ 378 h 658"/>
              <a:gd name="T32" fmla="*/ 6272 w 6281"/>
              <a:gd name="T33" fmla="*/ 530 h 658"/>
              <a:gd name="T34" fmla="*/ 6272 w 6281"/>
              <a:gd name="T35" fmla="*/ 530 h 658"/>
              <a:gd name="T36" fmla="*/ 2160 w 6281"/>
              <a:gd name="T37" fmla="*/ 632 h 658"/>
              <a:gd name="T38" fmla="*/ 2296 w 6281"/>
              <a:gd name="T39" fmla="*/ 513 h 658"/>
              <a:gd name="T40" fmla="*/ 3236 w 6281"/>
              <a:gd name="T41" fmla="*/ 27 h 658"/>
              <a:gd name="T42" fmla="*/ 3561 w 6281"/>
              <a:gd name="T43" fmla="*/ 588 h 658"/>
              <a:gd name="T44" fmla="*/ 3618 w 6281"/>
              <a:gd name="T45" fmla="*/ 632 h 658"/>
              <a:gd name="T46" fmla="*/ 3618 w 6281"/>
              <a:gd name="T47" fmla="*/ 27 h 658"/>
              <a:gd name="T48" fmla="*/ 4729 w 6281"/>
              <a:gd name="T49" fmla="*/ 344 h 658"/>
              <a:gd name="T50" fmla="*/ 4462 w 6281"/>
              <a:gd name="T51" fmla="*/ 71 h 658"/>
              <a:gd name="T52" fmla="*/ 4413 w 6281"/>
              <a:gd name="T53" fmla="*/ 27 h 658"/>
              <a:gd name="T54" fmla="*/ 4759 w 6281"/>
              <a:gd name="T55" fmla="*/ 588 h 658"/>
              <a:gd name="T56" fmla="*/ 4249 w 6281"/>
              <a:gd name="T57" fmla="*/ 588 h 658"/>
              <a:gd name="T58" fmla="*/ 3800 w 6281"/>
              <a:gd name="T59" fmla="*/ 27 h 658"/>
              <a:gd name="T60" fmla="*/ 3849 w 6281"/>
              <a:gd name="T61" fmla="*/ 71 h 658"/>
              <a:gd name="T62" fmla="*/ 4298 w 6281"/>
              <a:gd name="T63" fmla="*/ 632 h 658"/>
              <a:gd name="T64" fmla="*/ 4249 w 6281"/>
              <a:gd name="T65" fmla="*/ 588 h 658"/>
              <a:gd name="T66" fmla="*/ 505 w 6281"/>
              <a:gd name="T67" fmla="*/ 43 h 658"/>
              <a:gd name="T68" fmla="*/ 261 w 6281"/>
              <a:gd name="T69" fmla="*/ 513 h 658"/>
              <a:gd name="T70" fmla="*/ 150 w 6281"/>
              <a:gd name="T71" fmla="*/ 632 h 658"/>
              <a:gd name="T72" fmla="*/ 514 w 6281"/>
              <a:gd name="T73" fmla="*/ 632 h 658"/>
              <a:gd name="T74" fmla="*/ 719 w 6281"/>
              <a:gd name="T75" fmla="*/ 27 h 658"/>
              <a:gd name="T76" fmla="*/ 3143 w 6281"/>
              <a:gd name="T77" fmla="*/ 319 h 658"/>
              <a:gd name="T78" fmla="*/ 2814 w 6281"/>
              <a:gd name="T79" fmla="*/ 635 h 658"/>
              <a:gd name="T80" fmla="*/ 2814 w 6281"/>
              <a:gd name="T81" fmla="*/ 22 h 658"/>
              <a:gd name="T82" fmla="*/ 2894 w 6281"/>
              <a:gd name="T83" fmla="*/ 152 h 658"/>
              <a:gd name="T84" fmla="*/ 2726 w 6281"/>
              <a:gd name="T85" fmla="*/ 516 h 658"/>
              <a:gd name="T86" fmla="*/ 2988 w 6281"/>
              <a:gd name="T87" fmla="*/ 410 h 658"/>
              <a:gd name="T88" fmla="*/ 1508 w 6281"/>
              <a:gd name="T89" fmla="*/ 337 h 658"/>
              <a:gd name="T90" fmla="*/ 862 w 6281"/>
              <a:gd name="T91" fmla="*/ 337 h 658"/>
              <a:gd name="T92" fmla="*/ 1325 w 6281"/>
              <a:gd name="T93" fmla="*/ 36 h 658"/>
              <a:gd name="T94" fmla="*/ 1185 w 6281"/>
              <a:gd name="T95" fmla="*/ 133 h 658"/>
              <a:gd name="T96" fmla="*/ 1367 w 6281"/>
              <a:gd name="T97" fmla="*/ 329 h 658"/>
              <a:gd name="T98" fmla="*/ 1945 w 6281"/>
              <a:gd name="T99" fmla="*/ 632 h 658"/>
              <a:gd name="T100" fmla="*/ 1714 w 6281"/>
              <a:gd name="T101" fmla="*/ 632 h 658"/>
              <a:gd name="T102" fmla="*/ 1816 w 6281"/>
              <a:gd name="T103" fmla="*/ 22 h 658"/>
              <a:gd name="T104" fmla="*/ 2032 w 6281"/>
              <a:gd name="T105" fmla="*/ 350 h 658"/>
              <a:gd name="T106" fmla="*/ 1874 w 6281"/>
              <a:gd name="T107" fmla="*/ 149 h 658"/>
              <a:gd name="T108" fmla="*/ 1714 w 6281"/>
              <a:gd name="T109" fmla="*/ 331 h 658"/>
              <a:gd name="T110" fmla="*/ 1908 w 6281"/>
              <a:gd name="T111" fmla="*/ 183 h 65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6281" h="658">
                <a:moveTo>
                  <a:pt x="5299" y="237"/>
                </a:moveTo>
                <a:cubicBezTo>
                  <a:pt x="5378" y="346"/>
                  <a:pt x="5429" y="483"/>
                  <a:pt x="5447" y="632"/>
                </a:cubicBezTo>
                <a:cubicBezTo>
                  <a:pt x="5356" y="632"/>
                  <a:pt x="5356" y="632"/>
                  <a:pt x="5356" y="632"/>
                </a:cubicBezTo>
                <a:cubicBezTo>
                  <a:pt x="5333" y="463"/>
                  <a:pt x="5265" y="318"/>
                  <a:pt x="5170" y="223"/>
                </a:cubicBezTo>
                <a:cubicBezTo>
                  <a:pt x="5189" y="200"/>
                  <a:pt x="5210" y="178"/>
                  <a:pt x="5233" y="158"/>
                </a:cubicBezTo>
                <a:cubicBezTo>
                  <a:pt x="5256" y="182"/>
                  <a:pt x="5279" y="208"/>
                  <a:pt x="5299" y="237"/>
                </a:cubicBezTo>
                <a:close/>
                <a:moveTo>
                  <a:pt x="5122" y="286"/>
                </a:moveTo>
                <a:cubicBezTo>
                  <a:pt x="5104" y="313"/>
                  <a:pt x="5089" y="341"/>
                  <a:pt x="5075" y="370"/>
                </a:cubicBezTo>
                <a:cubicBezTo>
                  <a:pt x="5130" y="438"/>
                  <a:pt x="5170" y="529"/>
                  <a:pt x="5188" y="632"/>
                </a:cubicBezTo>
                <a:cubicBezTo>
                  <a:pt x="5279" y="632"/>
                  <a:pt x="5279" y="632"/>
                  <a:pt x="5279" y="632"/>
                </a:cubicBezTo>
                <a:cubicBezTo>
                  <a:pt x="5262" y="521"/>
                  <a:pt x="5222" y="419"/>
                  <a:pt x="5163" y="336"/>
                </a:cubicBezTo>
                <a:cubicBezTo>
                  <a:pt x="5150" y="318"/>
                  <a:pt x="5136" y="302"/>
                  <a:pt x="5122" y="286"/>
                </a:cubicBezTo>
                <a:close/>
                <a:moveTo>
                  <a:pt x="5018" y="632"/>
                </a:moveTo>
                <a:cubicBezTo>
                  <a:pt x="5110" y="632"/>
                  <a:pt x="5110" y="632"/>
                  <a:pt x="5110" y="632"/>
                </a:cubicBezTo>
                <a:cubicBezTo>
                  <a:pt x="5097" y="569"/>
                  <a:pt x="5074" y="511"/>
                  <a:pt x="5042" y="460"/>
                </a:cubicBezTo>
                <a:cubicBezTo>
                  <a:pt x="5027" y="515"/>
                  <a:pt x="5018" y="572"/>
                  <a:pt x="5018" y="632"/>
                </a:cubicBezTo>
                <a:close/>
                <a:moveTo>
                  <a:pt x="6016" y="121"/>
                </a:moveTo>
                <a:cubicBezTo>
                  <a:pt x="6004" y="112"/>
                  <a:pt x="5992" y="104"/>
                  <a:pt x="5980" y="97"/>
                </a:cubicBezTo>
                <a:cubicBezTo>
                  <a:pt x="5974" y="102"/>
                  <a:pt x="5968" y="108"/>
                  <a:pt x="5963" y="115"/>
                </a:cubicBezTo>
                <a:cubicBezTo>
                  <a:pt x="5889" y="196"/>
                  <a:pt x="5806" y="320"/>
                  <a:pt x="5763" y="495"/>
                </a:cubicBezTo>
                <a:cubicBezTo>
                  <a:pt x="5749" y="425"/>
                  <a:pt x="5730" y="356"/>
                  <a:pt x="5706" y="292"/>
                </a:cubicBezTo>
                <a:cubicBezTo>
                  <a:pt x="5754" y="185"/>
                  <a:pt x="5813" y="103"/>
                  <a:pt x="5868" y="42"/>
                </a:cubicBezTo>
                <a:cubicBezTo>
                  <a:pt x="5853" y="36"/>
                  <a:pt x="5838" y="31"/>
                  <a:pt x="5823" y="27"/>
                </a:cubicBezTo>
                <a:cubicBezTo>
                  <a:pt x="5776" y="81"/>
                  <a:pt x="5727" y="151"/>
                  <a:pt x="5684" y="236"/>
                </a:cubicBezTo>
                <a:cubicBezTo>
                  <a:pt x="5653" y="165"/>
                  <a:pt x="5616" y="99"/>
                  <a:pt x="5573" y="38"/>
                </a:cubicBezTo>
                <a:cubicBezTo>
                  <a:pt x="5566" y="29"/>
                  <a:pt x="5559" y="19"/>
                  <a:pt x="5551" y="10"/>
                </a:cubicBezTo>
                <a:cubicBezTo>
                  <a:pt x="5518" y="15"/>
                  <a:pt x="5485" y="23"/>
                  <a:pt x="5454" y="33"/>
                </a:cubicBezTo>
                <a:cubicBezTo>
                  <a:pt x="5529" y="120"/>
                  <a:pt x="5591" y="231"/>
                  <a:pt x="5633" y="358"/>
                </a:cubicBezTo>
                <a:cubicBezTo>
                  <a:pt x="5618" y="402"/>
                  <a:pt x="5604" y="450"/>
                  <a:pt x="5594" y="501"/>
                </a:cubicBezTo>
                <a:cubicBezTo>
                  <a:pt x="5564" y="366"/>
                  <a:pt x="5511" y="241"/>
                  <a:pt x="5436" y="138"/>
                </a:cubicBezTo>
                <a:cubicBezTo>
                  <a:pt x="5417" y="111"/>
                  <a:pt x="5397" y="87"/>
                  <a:pt x="5376" y="64"/>
                </a:cubicBezTo>
                <a:cubicBezTo>
                  <a:pt x="5348" y="77"/>
                  <a:pt x="5321" y="93"/>
                  <a:pt x="5296" y="110"/>
                </a:cubicBezTo>
                <a:cubicBezTo>
                  <a:pt x="5415" y="231"/>
                  <a:pt x="5500" y="417"/>
                  <a:pt x="5524" y="632"/>
                </a:cubicBezTo>
                <a:cubicBezTo>
                  <a:pt x="5618" y="632"/>
                  <a:pt x="5618" y="632"/>
                  <a:pt x="5618" y="632"/>
                </a:cubicBezTo>
                <a:cubicBezTo>
                  <a:pt x="5625" y="559"/>
                  <a:pt x="5638" y="493"/>
                  <a:pt x="5655" y="432"/>
                </a:cubicBezTo>
                <a:cubicBezTo>
                  <a:pt x="5672" y="496"/>
                  <a:pt x="5684" y="563"/>
                  <a:pt x="5691" y="632"/>
                </a:cubicBezTo>
                <a:cubicBezTo>
                  <a:pt x="5782" y="632"/>
                  <a:pt x="5782" y="632"/>
                  <a:pt x="5782" y="632"/>
                </a:cubicBezTo>
                <a:cubicBezTo>
                  <a:pt x="5809" y="397"/>
                  <a:pt x="5909" y="239"/>
                  <a:pt x="5995" y="144"/>
                </a:cubicBezTo>
                <a:cubicBezTo>
                  <a:pt x="6002" y="136"/>
                  <a:pt x="6009" y="128"/>
                  <a:pt x="6016" y="121"/>
                </a:cubicBezTo>
                <a:close/>
                <a:moveTo>
                  <a:pt x="6135" y="232"/>
                </a:moveTo>
                <a:cubicBezTo>
                  <a:pt x="6126" y="221"/>
                  <a:pt x="6116" y="210"/>
                  <a:pt x="6106" y="199"/>
                </a:cubicBezTo>
                <a:cubicBezTo>
                  <a:pt x="6009" y="299"/>
                  <a:pt x="5928" y="443"/>
                  <a:pt x="5902" y="632"/>
                </a:cubicBezTo>
                <a:cubicBezTo>
                  <a:pt x="5946" y="632"/>
                  <a:pt x="5946" y="632"/>
                  <a:pt x="5946" y="632"/>
                </a:cubicBezTo>
                <a:cubicBezTo>
                  <a:pt x="5972" y="449"/>
                  <a:pt x="6052" y="324"/>
                  <a:pt x="6121" y="248"/>
                </a:cubicBezTo>
                <a:cubicBezTo>
                  <a:pt x="6125" y="242"/>
                  <a:pt x="6130" y="237"/>
                  <a:pt x="6135" y="232"/>
                </a:cubicBezTo>
                <a:close/>
                <a:moveTo>
                  <a:pt x="6067" y="632"/>
                </a:moveTo>
                <a:cubicBezTo>
                  <a:pt x="6111" y="632"/>
                  <a:pt x="6111" y="632"/>
                  <a:pt x="6111" y="632"/>
                </a:cubicBezTo>
                <a:cubicBezTo>
                  <a:pt x="6132" y="518"/>
                  <a:pt x="6179" y="435"/>
                  <a:pt x="6224" y="378"/>
                </a:cubicBezTo>
                <a:cubicBezTo>
                  <a:pt x="6218" y="363"/>
                  <a:pt x="6211" y="349"/>
                  <a:pt x="6203" y="335"/>
                </a:cubicBezTo>
                <a:cubicBezTo>
                  <a:pt x="6140" y="408"/>
                  <a:pt x="6088" y="508"/>
                  <a:pt x="6067" y="632"/>
                </a:cubicBezTo>
                <a:close/>
                <a:moveTo>
                  <a:pt x="6272" y="530"/>
                </a:moveTo>
                <a:cubicBezTo>
                  <a:pt x="6256" y="561"/>
                  <a:pt x="6243" y="595"/>
                  <a:pt x="6233" y="632"/>
                </a:cubicBezTo>
                <a:cubicBezTo>
                  <a:pt x="6281" y="632"/>
                  <a:pt x="6281" y="632"/>
                  <a:pt x="6281" y="632"/>
                </a:cubicBezTo>
                <a:cubicBezTo>
                  <a:pt x="6281" y="597"/>
                  <a:pt x="6278" y="563"/>
                  <a:pt x="6272" y="530"/>
                </a:cubicBezTo>
                <a:close/>
                <a:moveTo>
                  <a:pt x="2296" y="27"/>
                </a:moveTo>
                <a:cubicBezTo>
                  <a:pt x="2160" y="27"/>
                  <a:pt x="2160" y="27"/>
                  <a:pt x="2160" y="27"/>
                </a:cubicBezTo>
                <a:cubicBezTo>
                  <a:pt x="2160" y="632"/>
                  <a:pt x="2160" y="632"/>
                  <a:pt x="2160" y="632"/>
                </a:cubicBezTo>
                <a:cubicBezTo>
                  <a:pt x="2533" y="632"/>
                  <a:pt x="2533" y="632"/>
                  <a:pt x="2533" y="632"/>
                </a:cubicBezTo>
                <a:cubicBezTo>
                  <a:pt x="2533" y="513"/>
                  <a:pt x="2533" y="513"/>
                  <a:pt x="2533" y="513"/>
                </a:cubicBezTo>
                <a:cubicBezTo>
                  <a:pt x="2296" y="513"/>
                  <a:pt x="2296" y="513"/>
                  <a:pt x="2296" y="513"/>
                </a:cubicBezTo>
                <a:lnTo>
                  <a:pt x="2296" y="27"/>
                </a:lnTo>
                <a:close/>
                <a:moveTo>
                  <a:pt x="3285" y="27"/>
                </a:moveTo>
                <a:cubicBezTo>
                  <a:pt x="3236" y="27"/>
                  <a:pt x="3236" y="27"/>
                  <a:pt x="3236" y="27"/>
                </a:cubicBezTo>
                <a:cubicBezTo>
                  <a:pt x="3236" y="632"/>
                  <a:pt x="3236" y="632"/>
                  <a:pt x="3236" y="632"/>
                </a:cubicBezTo>
                <a:cubicBezTo>
                  <a:pt x="3561" y="632"/>
                  <a:pt x="3561" y="632"/>
                  <a:pt x="3561" y="632"/>
                </a:cubicBezTo>
                <a:cubicBezTo>
                  <a:pt x="3561" y="588"/>
                  <a:pt x="3561" y="588"/>
                  <a:pt x="3561" y="588"/>
                </a:cubicBezTo>
                <a:cubicBezTo>
                  <a:pt x="3285" y="588"/>
                  <a:pt x="3285" y="588"/>
                  <a:pt x="3285" y="588"/>
                </a:cubicBezTo>
                <a:lnTo>
                  <a:pt x="3285" y="27"/>
                </a:lnTo>
                <a:close/>
                <a:moveTo>
                  <a:pt x="3618" y="632"/>
                </a:moveTo>
                <a:cubicBezTo>
                  <a:pt x="3667" y="632"/>
                  <a:pt x="3667" y="632"/>
                  <a:pt x="3667" y="632"/>
                </a:cubicBezTo>
                <a:cubicBezTo>
                  <a:pt x="3667" y="27"/>
                  <a:pt x="3667" y="27"/>
                  <a:pt x="3667" y="27"/>
                </a:cubicBezTo>
                <a:cubicBezTo>
                  <a:pt x="3618" y="27"/>
                  <a:pt x="3618" y="27"/>
                  <a:pt x="3618" y="27"/>
                </a:cubicBezTo>
                <a:lnTo>
                  <a:pt x="3618" y="632"/>
                </a:lnTo>
                <a:close/>
                <a:moveTo>
                  <a:pt x="4462" y="344"/>
                </a:moveTo>
                <a:cubicBezTo>
                  <a:pt x="4729" y="344"/>
                  <a:pt x="4729" y="344"/>
                  <a:pt x="4729" y="344"/>
                </a:cubicBezTo>
                <a:cubicBezTo>
                  <a:pt x="4729" y="300"/>
                  <a:pt x="4729" y="300"/>
                  <a:pt x="4729" y="300"/>
                </a:cubicBezTo>
                <a:cubicBezTo>
                  <a:pt x="4462" y="300"/>
                  <a:pt x="4462" y="300"/>
                  <a:pt x="4462" y="300"/>
                </a:cubicBezTo>
                <a:cubicBezTo>
                  <a:pt x="4462" y="71"/>
                  <a:pt x="4462" y="71"/>
                  <a:pt x="4462" y="71"/>
                </a:cubicBezTo>
                <a:cubicBezTo>
                  <a:pt x="4749" y="71"/>
                  <a:pt x="4749" y="71"/>
                  <a:pt x="4749" y="71"/>
                </a:cubicBezTo>
                <a:cubicBezTo>
                  <a:pt x="4749" y="27"/>
                  <a:pt x="4749" y="27"/>
                  <a:pt x="4749" y="27"/>
                </a:cubicBezTo>
                <a:cubicBezTo>
                  <a:pt x="4413" y="27"/>
                  <a:pt x="4413" y="27"/>
                  <a:pt x="4413" y="27"/>
                </a:cubicBezTo>
                <a:cubicBezTo>
                  <a:pt x="4413" y="632"/>
                  <a:pt x="4413" y="632"/>
                  <a:pt x="4413" y="632"/>
                </a:cubicBezTo>
                <a:cubicBezTo>
                  <a:pt x="4759" y="632"/>
                  <a:pt x="4759" y="632"/>
                  <a:pt x="4759" y="632"/>
                </a:cubicBezTo>
                <a:cubicBezTo>
                  <a:pt x="4759" y="588"/>
                  <a:pt x="4759" y="588"/>
                  <a:pt x="4759" y="588"/>
                </a:cubicBezTo>
                <a:cubicBezTo>
                  <a:pt x="4462" y="588"/>
                  <a:pt x="4462" y="588"/>
                  <a:pt x="4462" y="588"/>
                </a:cubicBezTo>
                <a:lnTo>
                  <a:pt x="4462" y="344"/>
                </a:lnTo>
                <a:close/>
                <a:moveTo>
                  <a:pt x="4249" y="588"/>
                </a:moveTo>
                <a:cubicBezTo>
                  <a:pt x="4239" y="588"/>
                  <a:pt x="4239" y="588"/>
                  <a:pt x="4239" y="588"/>
                </a:cubicBezTo>
                <a:cubicBezTo>
                  <a:pt x="3888" y="27"/>
                  <a:pt x="3888" y="27"/>
                  <a:pt x="3888" y="27"/>
                </a:cubicBezTo>
                <a:cubicBezTo>
                  <a:pt x="3800" y="27"/>
                  <a:pt x="3800" y="27"/>
                  <a:pt x="3800" y="27"/>
                </a:cubicBezTo>
                <a:cubicBezTo>
                  <a:pt x="3800" y="632"/>
                  <a:pt x="3800" y="632"/>
                  <a:pt x="3800" y="632"/>
                </a:cubicBezTo>
                <a:cubicBezTo>
                  <a:pt x="3849" y="632"/>
                  <a:pt x="3849" y="632"/>
                  <a:pt x="3849" y="632"/>
                </a:cubicBezTo>
                <a:cubicBezTo>
                  <a:pt x="3849" y="71"/>
                  <a:pt x="3849" y="71"/>
                  <a:pt x="3849" y="71"/>
                </a:cubicBezTo>
                <a:cubicBezTo>
                  <a:pt x="3861" y="71"/>
                  <a:pt x="3861" y="71"/>
                  <a:pt x="3861" y="71"/>
                </a:cubicBezTo>
                <a:cubicBezTo>
                  <a:pt x="4211" y="632"/>
                  <a:pt x="4211" y="632"/>
                  <a:pt x="4211" y="632"/>
                </a:cubicBezTo>
                <a:cubicBezTo>
                  <a:pt x="4298" y="632"/>
                  <a:pt x="4298" y="632"/>
                  <a:pt x="4298" y="632"/>
                </a:cubicBezTo>
                <a:cubicBezTo>
                  <a:pt x="4298" y="27"/>
                  <a:pt x="4298" y="27"/>
                  <a:pt x="4298" y="27"/>
                </a:cubicBezTo>
                <a:cubicBezTo>
                  <a:pt x="4249" y="27"/>
                  <a:pt x="4249" y="27"/>
                  <a:pt x="4249" y="27"/>
                </a:cubicBezTo>
                <a:lnTo>
                  <a:pt x="4249" y="588"/>
                </a:lnTo>
                <a:close/>
                <a:moveTo>
                  <a:pt x="614" y="513"/>
                </a:moveTo>
                <a:cubicBezTo>
                  <a:pt x="604" y="513"/>
                  <a:pt x="604" y="513"/>
                  <a:pt x="604" y="513"/>
                </a:cubicBezTo>
                <a:cubicBezTo>
                  <a:pt x="505" y="43"/>
                  <a:pt x="505" y="43"/>
                  <a:pt x="505" y="43"/>
                </a:cubicBezTo>
                <a:cubicBezTo>
                  <a:pt x="363" y="43"/>
                  <a:pt x="363" y="43"/>
                  <a:pt x="363" y="43"/>
                </a:cubicBezTo>
                <a:cubicBezTo>
                  <a:pt x="274" y="513"/>
                  <a:pt x="274" y="513"/>
                  <a:pt x="274" y="513"/>
                </a:cubicBezTo>
                <a:cubicBezTo>
                  <a:pt x="261" y="513"/>
                  <a:pt x="261" y="513"/>
                  <a:pt x="261" y="513"/>
                </a:cubicBezTo>
                <a:cubicBezTo>
                  <a:pt x="139" y="27"/>
                  <a:pt x="139" y="27"/>
                  <a:pt x="139" y="27"/>
                </a:cubicBezTo>
                <a:cubicBezTo>
                  <a:pt x="0" y="27"/>
                  <a:pt x="0" y="27"/>
                  <a:pt x="0" y="27"/>
                </a:cubicBezTo>
                <a:cubicBezTo>
                  <a:pt x="150" y="632"/>
                  <a:pt x="150" y="632"/>
                  <a:pt x="150" y="632"/>
                </a:cubicBezTo>
                <a:cubicBezTo>
                  <a:pt x="358" y="632"/>
                  <a:pt x="358" y="632"/>
                  <a:pt x="358" y="632"/>
                </a:cubicBezTo>
                <a:cubicBezTo>
                  <a:pt x="433" y="263"/>
                  <a:pt x="433" y="263"/>
                  <a:pt x="433" y="263"/>
                </a:cubicBezTo>
                <a:cubicBezTo>
                  <a:pt x="514" y="632"/>
                  <a:pt x="514" y="632"/>
                  <a:pt x="514" y="632"/>
                </a:cubicBezTo>
                <a:cubicBezTo>
                  <a:pt x="726" y="632"/>
                  <a:pt x="726" y="632"/>
                  <a:pt x="726" y="632"/>
                </a:cubicBezTo>
                <a:cubicBezTo>
                  <a:pt x="859" y="27"/>
                  <a:pt x="859" y="27"/>
                  <a:pt x="859" y="27"/>
                </a:cubicBezTo>
                <a:cubicBezTo>
                  <a:pt x="719" y="27"/>
                  <a:pt x="719" y="27"/>
                  <a:pt x="719" y="27"/>
                </a:cubicBezTo>
                <a:lnTo>
                  <a:pt x="614" y="513"/>
                </a:lnTo>
                <a:close/>
                <a:moveTo>
                  <a:pt x="3061" y="111"/>
                </a:moveTo>
                <a:cubicBezTo>
                  <a:pt x="3116" y="166"/>
                  <a:pt x="3143" y="241"/>
                  <a:pt x="3143" y="319"/>
                </a:cubicBezTo>
                <a:cubicBezTo>
                  <a:pt x="3144" y="362"/>
                  <a:pt x="3139" y="404"/>
                  <a:pt x="3122" y="445"/>
                </a:cubicBezTo>
                <a:cubicBezTo>
                  <a:pt x="3094" y="520"/>
                  <a:pt x="3035" y="579"/>
                  <a:pt x="2958" y="610"/>
                </a:cubicBezTo>
                <a:cubicBezTo>
                  <a:pt x="2917" y="627"/>
                  <a:pt x="2869" y="635"/>
                  <a:pt x="2814" y="635"/>
                </a:cubicBezTo>
                <a:cubicBezTo>
                  <a:pt x="2590" y="635"/>
                  <a:pt x="2590" y="635"/>
                  <a:pt x="2590" y="635"/>
                </a:cubicBezTo>
                <a:cubicBezTo>
                  <a:pt x="2590" y="22"/>
                  <a:pt x="2590" y="22"/>
                  <a:pt x="2590" y="22"/>
                </a:cubicBezTo>
                <a:cubicBezTo>
                  <a:pt x="2814" y="22"/>
                  <a:pt x="2814" y="22"/>
                  <a:pt x="2814" y="22"/>
                </a:cubicBezTo>
                <a:cubicBezTo>
                  <a:pt x="2912" y="22"/>
                  <a:pt x="2996" y="48"/>
                  <a:pt x="3061" y="111"/>
                </a:cubicBezTo>
                <a:close/>
                <a:moveTo>
                  <a:pt x="2988" y="244"/>
                </a:moveTo>
                <a:cubicBezTo>
                  <a:pt x="2971" y="199"/>
                  <a:pt x="2939" y="168"/>
                  <a:pt x="2894" y="152"/>
                </a:cubicBezTo>
                <a:cubicBezTo>
                  <a:pt x="2872" y="145"/>
                  <a:pt x="2846" y="141"/>
                  <a:pt x="2817" y="141"/>
                </a:cubicBezTo>
                <a:cubicBezTo>
                  <a:pt x="2726" y="141"/>
                  <a:pt x="2726" y="141"/>
                  <a:pt x="2726" y="141"/>
                </a:cubicBezTo>
                <a:cubicBezTo>
                  <a:pt x="2726" y="516"/>
                  <a:pt x="2726" y="516"/>
                  <a:pt x="2726" y="516"/>
                </a:cubicBezTo>
                <a:cubicBezTo>
                  <a:pt x="2817" y="516"/>
                  <a:pt x="2817" y="516"/>
                  <a:pt x="2817" y="516"/>
                </a:cubicBezTo>
                <a:cubicBezTo>
                  <a:pt x="2846" y="516"/>
                  <a:pt x="2872" y="512"/>
                  <a:pt x="2894" y="504"/>
                </a:cubicBezTo>
                <a:cubicBezTo>
                  <a:pt x="2939" y="487"/>
                  <a:pt x="2971" y="455"/>
                  <a:pt x="2988" y="410"/>
                </a:cubicBezTo>
                <a:cubicBezTo>
                  <a:pt x="3006" y="362"/>
                  <a:pt x="3005" y="291"/>
                  <a:pt x="2988" y="244"/>
                </a:cubicBezTo>
                <a:close/>
                <a:moveTo>
                  <a:pt x="1426" y="107"/>
                </a:moveTo>
                <a:cubicBezTo>
                  <a:pt x="1484" y="169"/>
                  <a:pt x="1512" y="254"/>
                  <a:pt x="1508" y="337"/>
                </a:cubicBezTo>
                <a:cubicBezTo>
                  <a:pt x="1507" y="453"/>
                  <a:pt x="1437" y="570"/>
                  <a:pt x="1328" y="620"/>
                </a:cubicBezTo>
                <a:cubicBezTo>
                  <a:pt x="1250" y="658"/>
                  <a:pt x="1120" y="658"/>
                  <a:pt x="1042" y="620"/>
                </a:cubicBezTo>
                <a:cubicBezTo>
                  <a:pt x="932" y="569"/>
                  <a:pt x="863" y="453"/>
                  <a:pt x="862" y="337"/>
                </a:cubicBezTo>
                <a:cubicBezTo>
                  <a:pt x="860" y="293"/>
                  <a:pt x="866" y="250"/>
                  <a:pt x="882" y="207"/>
                </a:cubicBezTo>
                <a:cubicBezTo>
                  <a:pt x="910" y="131"/>
                  <a:pt x="968" y="69"/>
                  <a:pt x="1044" y="36"/>
                </a:cubicBezTo>
                <a:cubicBezTo>
                  <a:pt x="1121" y="0"/>
                  <a:pt x="1248" y="0"/>
                  <a:pt x="1325" y="36"/>
                </a:cubicBezTo>
                <a:cubicBezTo>
                  <a:pt x="1365" y="53"/>
                  <a:pt x="1399" y="77"/>
                  <a:pt x="1426" y="107"/>
                </a:cubicBezTo>
                <a:close/>
                <a:moveTo>
                  <a:pt x="1367" y="329"/>
                </a:moveTo>
                <a:cubicBezTo>
                  <a:pt x="1367" y="203"/>
                  <a:pt x="1286" y="133"/>
                  <a:pt x="1185" y="133"/>
                </a:cubicBezTo>
                <a:cubicBezTo>
                  <a:pt x="1066" y="133"/>
                  <a:pt x="1004" y="220"/>
                  <a:pt x="1004" y="329"/>
                </a:cubicBezTo>
                <a:cubicBezTo>
                  <a:pt x="1004" y="434"/>
                  <a:pt x="1070" y="525"/>
                  <a:pt x="1185" y="525"/>
                </a:cubicBezTo>
                <a:cubicBezTo>
                  <a:pt x="1299" y="525"/>
                  <a:pt x="1367" y="435"/>
                  <a:pt x="1367" y="329"/>
                </a:cubicBezTo>
                <a:close/>
                <a:moveTo>
                  <a:pt x="1948" y="415"/>
                </a:moveTo>
                <a:cubicBezTo>
                  <a:pt x="2103" y="632"/>
                  <a:pt x="2103" y="632"/>
                  <a:pt x="2103" y="632"/>
                </a:cubicBezTo>
                <a:cubicBezTo>
                  <a:pt x="1945" y="632"/>
                  <a:pt x="1945" y="632"/>
                  <a:pt x="1945" y="632"/>
                </a:cubicBezTo>
                <a:cubicBezTo>
                  <a:pt x="1817" y="445"/>
                  <a:pt x="1817" y="445"/>
                  <a:pt x="1817" y="445"/>
                </a:cubicBezTo>
                <a:cubicBezTo>
                  <a:pt x="1814" y="445"/>
                  <a:pt x="1716" y="445"/>
                  <a:pt x="1714" y="445"/>
                </a:cubicBezTo>
                <a:cubicBezTo>
                  <a:pt x="1714" y="632"/>
                  <a:pt x="1714" y="632"/>
                  <a:pt x="1714" y="632"/>
                </a:cubicBezTo>
                <a:cubicBezTo>
                  <a:pt x="1578" y="632"/>
                  <a:pt x="1578" y="632"/>
                  <a:pt x="1578" y="632"/>
                </a:cubicBezTo>
                <a:cubicBezTo>
                  <a:pt x="1578" y="22"/>
                  <a:pt x="1578" y="22"/>
                  <a:pt x="1578" y="22"/>
                </a:cubicBezTo>
                <a:cubicBezTo>
                  <a:pt x="1816" y="22"/>
                  <a:pt x="1816" y="22"/>
                  <a:pt x="1816" y="22"/>
                </a:cubicBezTo>
                <a:cubicBezTo>
                  <a:pt x="1903" y="23"/>
                  <a:pt x="1985" y="43"/>
                  <a:pt x="2032" y="113"/>
                </a:cubicBezTo>
                <a:cubicBezTo>
                  <a:pt x="2052" y="143"/>
                  <a:pt x="2062" y="180"/>
                  <a:pt x="2062" y="225"/>
                </a:cubicBezTo>
                <a:cubicBezTo>
                  <a:pt x="2064" y="271"/>
                  <a:pt x="2054" y="318"/>
                  <a:pt x="2032" y="350"/>
                </a:cubicBezTo>
                <a:cubicBezTo>
                  <a:pt x="2012" y="379"/>
                  <a:pt x="1984" y="401"/>
                  <a:pt x="1948" y="415"/>
                </a:cubicBezTo>
                <a:close/>
                <a:moveTo>
                  <a:pt x="1908" y="183"/>
                </a:moveTo>
                <a:cubicBezTo>
                  <a:pt x="1900" y="168"/>
                  <a:pt x="1888" y="157"/>
                  <a:pt x="1874" y="149"/>
                </a:cubicBezTo>
                <a:cubicBezTo>
                  <a:pt x="1860" y="141"/>
                  <a:pt x="1842" y="141"/>
                  <a:pt x="1823" y="141"/>
                </a:cubicBezTo>
                <a:cubicBezTo>
                  <a:pt x="1714" y="141"/>
                  <a:pt x="1714" y="141"/>
                  <a:pt x="1714" y="141"/>
                </a:cubicBezTo>
                <a:cubicBezTo>
                  <a:pt x="1714" y="331"/>
                  <a:pt x="1714" y="331"/>
                  <a:pt x="1714" y="331"/>
                </a:cubicBezTo>
                <a:cubicBezTo>
                  <a:pt x="1823" y="331"/>
                  <a:pt x="1823" y="331"/>
                  <a:pt x="1823" y="331"/>
                </a:cubicBezTo>
                <a:cubicBezTo>
                  <a:pt x="1860" y="331"/>
                  <a:pt x="1890" y="316"/>
                  <a:pt x="1908" y="285"/>
                </a:cubicBezTo>
                <a:cubicBezTo>
                  <a:pt x="1925" y="257"/>
                  <a:pt x="1924" y="211"/>
                  <a:pt x="1908" y="183"/>
                </a:cubicBezTo>
                <a:close/>
              </a:path>
            </a:pathLst>
          </a:custGeom>
          <a:solidFill>
            <a:srgbClr val="000000"/>
          </a:solidFill>
          <a:ln w="0" cap="flat" cmpd="sng" algn="ctr">
            <a:solidFill>
              <a:prstClr val="black">
                <a:alpha val="0"/>
              </a:prst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Clr>
                <a:schemeClr val="tx1"/>
              </a:buClr>
              <a:buFontTx/>
              <a:buNone/>
              <a:defRPr sz="330" b="1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291600" indent="-1044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8000" indent="-72000" algn="l" defTabSz="6858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itchFamily="34" charset="0"/>
              <a:buNone/>
              <a:defRPr sz="1500" b="1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916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64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Arial" pitchFamily="34" charset="0"/>
              <a:buNone/>
              <a:defRPr sz="800" b="0" kern="1200" cap="none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0" indent="0" algn="l" defTabSz="685800" rtl="0" eaLnBrk="1" latinLnBrk="0" hangingPunct="1">
              <a:lnSpc>
                <a:spcPct val="120000"/>
              </a:lnSpc>
              <a:spcBef>
                <a:spcPts val="0"/>
              </a:spcBef>
              <a:buFont typeface="Arial" pitchFamily="34" charset="0"/>
              <a:buNone/>
              <a:defRPr sz="1200" b="0" kern="1200" cap="none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lvl="0"/>
            <a:r>
              <a:rPr lang="en-GB"/>
              <a:t>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1198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8" r:id="rId1"/>
    <p:sldLayoutId id="2147483974" r:id="rId2"/>
    <p:sldLayoutId id="2147483982" r:id="rId3"/>
    <p:sldLayoutId id="2147483983" r:id="rId4"/>
    <p:sldLayoutId id="2147483984" r:id="rId5"/>
    <p:sldLayoutId id="2147483985" r:id="rId6"/>
    <p:sldLayoutId id="2147483986" r:id="rId7"/>
    <p:sldLayoutId id="2147483975" r:id="rId8"/>
    <p:sldLayoutId id="2147483988" r:id="rId9"/>
    <p:sldLayoutId id="2147483989" r:id="rId10"/>
    <p:sldLayoutId id="2147483990" r:id="rId11"/>
    <p:sldLayoutId id="2147483991" r:id="rId12"/>
    <p:sldLayoutId id="2147483992" r:id="rId13"/>
    <p:sldLayoutId id="2147483993" r:id="rId14"/>
    <p:sldLayoutId id="2147483994" r:id="rId15"/>
    <p:sldLayoutId id="2147483995" r:id="rId16"/>
    <p:sldLayoutId id="2147483868" r:id="rId17"/>
    <p:sldLayoutId id="2147484025" r:id="rId18"/>
    <p:sldLayoutId id="2147484004" r:id="rId19"/>
    <p:sldLayoutId id="2147483876" r:id="rId20"/>
    <p:sldLayoutId id="2147483902" r:id="rId21"/>
    <p:sldLayoutId id="2147484019" r:id="rId22"/>
    <p:sldLayoutId id="2147483997" r:id="rId23"/>
    <p:sldLayoutId id="2147484020" r:id="rId24"/>
    <p:sldLayoutId id="2147484021" r:id="rId25"/>
    <p:sldLayoutId id="2147484022" r:id="rId26"/>
    <p:sldLayoutId id="2147484023" r:id="rId27"/>
    <p:sldLayoutId id="2147484024" r:id="rId28"/>
  </p:sldLayoutIdLst>
  <p:hf sldNum="0" hdr="0" dt="0"/>
  <p:txStyles>
    <p:titleStyle>
      <a:lvl1pPr algn="l" defTabSz="685800" rtl="0" eaLnBrk="1" latinLnBrk="0" hangingPunct="1">
        <a:lnSpc>
          <a:spcPct val="98000"/>
        </a:lnSpc>
        <a:spcBef>
          <a:spcPct val="0"/>
        </a:spcBef>
        <a:buNone/>
        <a:defRPr sz="3000" b="0" kern="1200" cap="none" baseline="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chemeClr val="tx1"/>
        </a:buClr>
        <a:buFont typeface="Arial" panose="020B0604020202020204" pitchFamily="34" charset="0"/>
        <a:buChar char="•"/>
        <a:defRPr sz="1200" b="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8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j-lt"/>
        <a:buAutoNum type="arabicPeriod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36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j-lt"/>
        <a:buAutoNum type="arabicPeriod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540000" indent="-18000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+mj-lt"/>
        <a:buAutoNum type="arabicPeriod"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6pPr>
      <a:lvl7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b="0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7pPr>
      <a:lvl8pPr marL="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b="1" kern="1200" cap="none" baseline="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8pPr>
      <a:lvl9pPr marL="180000" indent="0" algn="l" defTabSz="6858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itchFamily="34" charset="0"/>
        <a:buNone/>
        <a:defRPr sz="1200" b="0" kern="1200" cap="none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9pPr>
    </p:bodyStyle>
    <p:otherStyle>
      <a:defPPr>
        <a:defRPr lang="en-GB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6" userDrawn="1">
          <p15:clr>
            <a:srgbClr val="46BEAA"/>
          </p15:clr>
        </p15:guide>
        <p15:guide id="2" pos="5537" userDrawn="1">
          <p15:clr>
            <a:srgbClr val="46BEAA"/>
          </p15:clr>
        </p15:guide>
        <p15:guide id="4" orient="horz" pos="3128" userDrawn="1">
          <p15:clr>
            <a:srgbClr val="46BEAA"/>
          </p15:clr>
        </p15:guide>
        <p15:guide id="7" orient="horz" pos="2915" userDrawn="1">
          <p15:clr>
            <a:srgbClr val="46BEAA"/>
          </p15:clr>
        </p15:guide>
        <p15:guide id="8" orient="horz" pos="467" userDrawn="1">
          <p15:clr>
            <a:srgbClr val="46BEAA"/>
          </p15:clr>
        </p15:guide>
        <p15:guide id="9" pos="2789" userDrawn="1">
          <p15:clr>
            <a:srgbClr val="46BEAA"/>
          </p15:clr>
        </p15:guide>
        <p15:guide id="10" pos="2964" userDrawn="1">
          <p15:clr>
            <a:srgbClr val="46BEAA"/>
          </p15:clr>
        </p15:guide>
        <p15:guide id="11" orient="horz" pos="864" userDrawn="1">
          <p15:clr>
            <a:srgbClr val="46BEAA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B7073D7-D46F-38D2-63AF-54DB220165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588B08-E4A0-3271-8FCD-204D28565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3B54B7C-2022-3587-3CED-2CAF454A1D5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</p:spTree>
    <p:extLst>
      <p:ext uri="{BB962C8B-B14F-4D97-AF65-F5344CB8AC3E}">
        <p14:creationId xmlns:p14="http://schemas.microsoft.com/office/powerpoint/2010/main" val="1276910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24F6D-DE30-3D61-D861-1BCAB69D1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ECBEDC-986C-6767-7CBA-97EAFFBF61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369EA5-AD27-BD02-98FE-0E4FFA0A7232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6A2FD7CC-A81D-B145-26F7-7F353B1318EC}"/>
              </a:ext>
            </a:extLst>
          </p:cNvPr>
          <p:cNvSpPr>
            <a:spLocks noGrp="1"/>
          </p:cNvSpPr>
          <p:nvPr>
            <p:ph type="ftr" sz="quarter" idx="1004"/>
          </p:nvPr>
        </p:nvSpPr>
        <p:spPr/>
        <p:txBody>
          <a:bodyPr/>
          <a:lstStyle/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</p:spTree>
    <p:extLst>
      <p:ext uri="{BB962C8B-B14F-4D97-AF65-F5344CB8AC3E}">
        <p14:creationId xmlns:p14="http://schemas.microsoft.com/office/powerpoint/2010/main" val="1003892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F7A1D-B4EB-B033-1972-38B658D01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AF25A9D0-6158-5010-85BC-99F374141BDB}"/>
              </a:ext>
            </a:extLst>
          </p:cNvPr>
          <p:cNvSpPr>
            <a:spLocks noGrp="1"/>
          </p:cNvSpPr>
          <p:nvPr>
            <p:ph type="ftr" sz="quarter" idx="1001"/>
          </p:nvPr>
        </p:nvSpPr>
        <p:spPr/>
        <p:txBody>
          <a:bodyPr/>
          <a:lstStyle/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</p:spTree>
    <p:extLst>
      <p:ext uri="{BB962C8B-B14F-4D97-AF65-F5344CB8AC3E}">
        <p14:creationId xmlns:p14="http://schemas.microsoft.com/office/powerpoint/2010/main" val="1389020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6162F7-36F4-CEE6-27FE-1B3C92F711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D27AC6-747F-6164-CF6D-5F5A76E833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E46A24D-6DFF-0B05-BC8F-BDBA2AFDCB6E}"/>
              </a:ext>
            </a:extLst>
          </p:cNvPr>
          <p:cNvSpPr>
            <a:spLocks noGrp="1"/>
          </p:cNvSpPr>
          <p:nvPr>
            <p:ph type="body" sz="quarter" idx="1003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69D4AB5A-99E4-757E-AFDD-9185D5E9B558}"/>
              </a:ext>
            </a:extLst>
          </p:cNvPr>
          <p:cNvSpPr>
            <a:spLocks noGrp="1"/>
          </p:cNvSpPr>
          <p:nvPr>
            <p:ph type="pic" sz="quarter" idx="1009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3AAFCA2-D66F-B6C1-57CA-8A63CEAE76E2}"/>
              </a:ext>
            </a:extLst>
          </p:cNvPr>
          <p:cNvSpPr>
            <a:spLocks noGrp="1"/>
          </p:cNvSpPr>
          <p:nvPr>
            <p:ph type="body" sz="quarter" idx="1006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8" name="Footer Placeholder 6">
            <a:extLst>
              <a:ext uri="{FF2B5EF4-FFF2-40B4-BE49-F238E27FC236}">
                <a16:creationId xmlns:a16="http://schemas.microsoft.com/office/drawing/2014/main" id="{46D6750F-F21B-140D-00C8-4A4403654E34}"/>
              </a:ext>
            </a:extLst>
          </p:cNvPr>
          <p:cNvSpPr>
            <a:spLocks noGrp="1"/>
          </p:cNvSpPr>
          <p:nvPr>
            <p:ph type="ftr" sz="quarter" idx="1007"/>
          </p:nvPr>
        </p:nvSpPr>
        <p:spPr/>
        <p:txBody>
          <a:bodyPr/>
          <a:lstStyle/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</p:spTree>
    <p:extLst>
      <p:ext uri="{BB962C8B-B14F-4D97-AF65-F5344CB8AC3E}">
        <p14:creationId xmlns:p14="http://schemas.microsoft.com/office/powerpoint/2010/main" val="3186505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8E533217-EBDE-6BD0-57E0-575CC5400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FE3B99-7400-83D0-3A00-9F6692C7433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6378997-14C9-CB82-7544-741A776436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0153015-E625-2B35-7076-426E3CAC04A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8FEDE42-ADB5-1229-432C-B7FD8DE4DE22}"/>
              </a:ext>
            </a:extLst>
          </p:cNvPr>
          <p:cNvSpPr>
            <a:spLocks noGrp="1"/>
          </p:cNvSpPr>
          <p:nvPr>
            <p:ph type="ftr" sz="quarter" idx="1001"/>
          </p:nvPr>
        </p:nvSpPr>
        <p:spPr/>
        <p:txBody>
          <a:bodyPr/>
          <a:lstStyle/>
          <a:p>
            <a:r>
              <a:rPr lang="en-GB" noProof="1"/>
              <a:t>Change via Insert, Header &amp; Footer. Author or Team or Name of presentation – Confidentiality: &lt;&lt;use only one of the following levels&gt;&gt; Secret / Confidential / For Internal Use / Public - © Worldline</a:t>
            </a:r>
          </a:p>
        </p:txBody>
      </p:sp>
    </p:spTree>
    <p:extLst>
      <p:ext uri="{BB962C8B-B14F-4D97-AF65-F5344CB8AC3E}">
        <p14:creationId xmlns:p14="http://schemas.microsoft.com/office/powerpoint/2010/main" val="17719131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JUTAG_EINDMACROS_PRESERVEGUIDES" val="1"/>
</p:tagLst>
</file>

<file path=ppt/theme/theme1.xml><?xml version="1.0" encoding="utf-8"?>
<a:theme xmlns:a="http://schemas.openxmlformats.org/drawingml/2006/main" name="Worldline Corporate Identity">
  <a:themeElements>
    <a:clrScheme name="Colors Worldline - PP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6BEAA"/>
      </a:accent1>
      <a:accent2>
        <a:srgbClr val="277777"/>
      </a:accent2>
      <a:accent3>
        <a:srgbClr val="41B4D2"/>
      </a:accent3>
      <a:accent4>
        <a:srgbClr val="F08791"/>
      </a:accent4>
      <a:accent5>
        <a:srgbClr val="FFEB78"/>
      </a:accent5>
      <a:accent6>
        <a:srgbClr val="005A8C"/>
      </a:accent6>
      <a:hlink>
        <a:srgbClr val="000000"/>
      </a:hlink>
      <a:folHlink>
        <a:srgbClr val="000000"/>
      </a:folHlink>
    </a:clrScheme>
    <a:fontScheme name="Fonts Worldline">
      <a:majorFont>
        <a:latin typeface="Aria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custClrLst>
    <a:custClr name="Master Mint (main)">
      <a:srgbClr val="46BEAA"/>
    </a:custClr>
    <a:custClr name="Perfect Pepper (main)">
      <a:srgbClr val="000000"/>
    </a:custClr>
    <a:custClr name="Cool Coconut (main)">
      <a:srgbClr val="FFFFFF"/>
    </a:custClr>
    <a:custClr>
      <a:srgbClr val="FFFFFF"/>
    </a:custClr>
    <a:custClr>
      <a:srgbClr val="FFFFFF"/>
    </a:custClr>
    <a:custClr>
      <a:srgbClr val="FFFFFF"/>
    </a:custClr>
    <a:custClr>
      <a:srgbClr val="FFFFFF"/>
    </a:custClr>
    <a:custClr name="Master Mint (opacity)">
      <a:srgbClr val="A0DCD2"/>
    </a:custClr>
    <a:custClr name="Perfect Pepper (opacity)">
      <a:srgbClr val="7F7F7F"/>
    </a:custClr>
    <a:custClr name="Cool Coconut (opacity)">
      <a:srgbClr val="FFFFFF"/>
    </a:custClr>
    <a:custClr name="Sure Sage (secondary)">
      <a:srgbClr val="277777"/>
    </a:custClr>
    <a:custClr name="Blue Blueberry (secondary)">
      <a:srgbClr val="41B4D2"/>
    </a:custClr>
    <a:custClr name="Reliable Rhubarb (secondary)">
      <a:srgbClr val="F08791"/>
    </a:custClr>
    <a:custClr name="Lucky Lemon (secondary)">
      <a:srgbClr val="FFEB78"/>
    </a:custClr>
    <a:custClr name="Friendly Fig (secondary)">
      <a:srgbClr val="005A8C"/>
    </a:custClr>
    <a:custClr name="Groovy Grape (secondary)">
      <a:srgbClr val="7850B4"/>
    </a:custClr>
    <a:custClr name="Offbeat Orange (secondary)">
      <a:srgbClr val="E15A46"/>
    </a:custClr>
    <a:custClr>
      <a:srgbClr val="FFFFFF"/>
    </a:custClr>
    <a:custClr>
      <a:srgbClr val="FFFFFF"/>
    </a:custClr>
    <a:custClr>
      <a:srgbClr val="FFFFFF"/>
    </a:custClr>
    <a:custClr name="Sure Sage (opacity)">
      <a:srgbClr val="91B9B9"/>
    </a:custClr>
    <a:custClr name="Blue Blueberry (opacity)">
      <a:srgbClr val="A0D7E6"/>
    </a:custClr>
    <a:custClr name="Reliable Rhubarb (opacity)">
      <a:srgbClr val="F5C3C8"/>
    </a:custClr>
    <a:custClr name="Lucky Lemon (opacity)">
      <a:srgbClr val="FFF5B9"/>
    </a:custClr>
    <a:custClr name="Friendly Fig (opacity)">
      <a:srgbClr val="7DAAC3"/>
    </a:custClr>
    <a:custClr name="Groovy Grape (opacity)">
      <a:srgbClr val="B9A5D7"/>
    </a:custClr>
    <a:custClr name="Offbeat Orange (opacity)">
      <a:srgbClr val="F0AAA0"/>
    </a:custClr>
    <a:custClr>
      <a:srgbClr val="FFFFFF"/>
    </a:custClr>
    <a:custClr>
      <a:srgbClr val="FFFFFF"/>
    </a:custClr>
    <a:custClr>
      <a:srgbClr val="FFFFFF"/>
    </a:custClr>
  </a:custClrLst>
  <a:extLst>
    <a:ext uri="{05A4C25C-085E-4340-85A3-A5531E510DB2}">
      <thm15:themeFamily xmlns:thm15="http://schemas.microsoft.com/office/thememl/2012/main" name="Presentation1  -  Repaired" id="{8A832204-F87E-4458-ADB4-6ECE98AB0A88}" vid="{5C396DBB-0B54-4D96-96F2-60545ACE2E19}"/>
    </a:ext>
  </a:extLst>
</a:theme>
</file>

<file path=ppt/theme/theme2.xml><?xml version="1.0" encoding="utf-8"?>
<a:theme xmlns:a="http://schemas.openxmlformats.org/drawingml/2006/main" name="Office-thema">
  <a:themeElements>
    <a:clrScheme name="Notes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6BEAA"/>
      </a:accent1>
      <a:accent2>
        <a:srgbClr val="277777"/>
      </a:accent2>
      <a:accent3>
        <a:srgbClr val="41B4D2"/>
      </a:accent3>
      <a:accent4>
        <a:srgbClr val="F08791"/>
      </a:accent4>
      <a:accent5>
        <a:srgbClr val="FFEB78"/>
      </a:accent5>
      <a:accent6>
        <a:srgbClr val="005A8C"/>
      </a:accent6>
      <a:hlink>
        <a:srgbClr val="000000"/>
      </a:hlink>
      <a:folHlink>
        <a:srgbClr val="000000"/>
      </a:folHlink>
    </a:clrScheme>
    <a:fontScheme name="Notes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-thema">
  <a:themeElements>
    <a:clrScheme name="Handout colors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46BEAA"/>
      </a:accent1>
      <a:accent2>
        <a:srgbClr val="277777"/>
      </a:accent2>
      <a:accent3>
        <a:srgbClr val="41B4D2"/>
      </a:accent3>
      <a:accent4>
        <a:srgbClr val="F08791"/>
      </a:accent4>
      <a:accent5>
        <a:srgbClr val="FFEB78"/>
      </a:accent5>
      <a:accent6>
        <a:srgbClr val="005A8C"/>
      </a:accent6>
      <a:hlink>
        <a:srgbClr val="000000"/>
      </a:hlink>
      <a:folHlink>
        <a:srgbClr val="000000"/>
      </a:folHlink>
    </a:clrScheme>
    <a:fontScheme name="Handout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4805272674B1B4DBAADECB3E85FA233" ma:contentTypeVersion="9" ma:contentTypeDescription="Create a new document." ma:contentTypeScope="" ma:versionID="844632fffb125cac99a151a53dd6d667">
  <xsd:schema xmlns:xsd="http://www.w3.org/2001/XMLSchema" xmlns:xs="http://www.w3.org/2001/XMLSchema" xmlns:p="http://schemas.microsoft.com/office/2006/metadata/properties" xmlns:ns2="ce8fb236-4a85-4741-8b91-f67849a2bcbf" xmlns:ns3="7d7d4a9b-3666-4401-bade-e8e37269aed1" targetNamespace="http://schemas.microsoft.com/office/2006/metadata/properties" ma:root="true" ma:fieldsID="fb0dee88eb80dcd14b39f8b7f02c6337" ns2:_="" ns3:_="">
    <xsd:import namespace="ce8fb236-4a85-4741-8b91-f67849a2bcbf"/>
    <xsd:import namespace="7d7d4a9b-3666-4401-bade-e8e37269ae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8fb236-4a85-4741-8b91-f67849a2bc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979381ec-ee8b-4a21-8c53-b800cfaa77a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7d4a9b-3666-4401-bade-e8e37269aed1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1c7b1f87-6bba-4f72-8441-f0ac9c4c3416}" ma:internalName="TaxCatchAll" ma:showField="CatchAllData" ma:web="7d7d4a9b-3666-4401-bade-e8e37269ae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e8fb236-4a85-4741-8b91-f67849a2bcbf">
      <Terms xmlns="http://schemas.microsoft.com/office/infopath/2007/PartnerControls"/>
    </lcf76f155ced4ddcb4097134ff3c332f>
    <TaxCatchAll xmlns="7d7d4a9b-3666-4401-bade-e8e37269aed1" xsi:nil="true"/>
  </documentManagement>
</p:properties>
</file>

<file path=customXml/itemProps1.xml><?xml version="1.0" encoding="utf-8"?>
<ds:datastoreItem xmlns:ds="http://schemas.openxmlformats.org/officeDocument/2006/customXml" ds:itemID="{0BFE0D3B-7EC5-46B1-91F9-503DC5DC5BE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e8fb236-4a85-4741-8b91-f67849a2bcbf"/>
    <ds:schemaRef ds:uri="7d7d4a9b-3666-4401-bade-e8e37269aed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63601F-9AD9-4AF9-A9C2-32E6EFD6E19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BB486B4-8820-4102-94BA-37245B7C19C9}">
  <ds:schemaRefs>
    <ds:schemaRef ds:uri="http://schemas.microsoft.com/office/2006/metadata/properties"/>
    <ds:schemaRef ds:uri="http://schemas.microsoft.com/office/infopath/2007/PartnerControls"/>
    <ds:schemaRef ds:uri="ce8fb236-4a85-4741-8b91-f67849a2bcbf"/>
    <ds:schemaRef ds:uri="7d7d4a9b-3666-4401-bade-e8e37269aed1"/>
  </ds:schemaRefs>
</ds:datastoreItem>
</file>

<file path=docMetadata/LabelInfo.xml><?xml version="1.0" encoding="utf-8"?>
<clbl:labelList xmlns:clbl="http://schemas.microsoft.com/office/2020/mipLabelMetadata">
  <clbl:label id="{0a217bfd-7fc6-4e23-babe-07368f99370d}" enabled="1" method="Standard" siteId="{fda9decf-e892-43ac-9d9f-1a493f9f98d0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Worldline Presentation</Template>
  <TotalTime>0</TotalTime>
  <Words>201</Words>
  <Application>Microsoft Office PowerPoint</Application>
  <PresentationFormat>On-screen Show (16:9)</PresentationFormat>
  <Paragraphs>11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Wingdings</vt:lpstr>
      <vt:lpstr>Worldline Corporate Identity</vt:lpstr>
      <vt:lpstr>PowerPoint Presentation</vt:lpstr>
      <vt:lpstr>Agenda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MAUZE, PASCAL</dc:creator>
  <cp:keywords/>
  <dc:description>Template version 5.1 - 20 April 2023</dc:description>
  <cp:lastModifiedBy>MAUZE, PASCAL</cp:lastModifiedBy>
  <cp:revision>1</cp:revision>
  <dcterms:created xsi:type="dcterms:W3CDTF">2025-06-24T12:44:42Z</dcterms:created>
  <dcterms:modified xsi:type="dcterms:W3CDTF">2025-06-26T16:14:45Z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ofing">
    <vt:lpwstr>2057</vt:lpwstr>
  </property>
  <property fmtid="{D5CDD505-2E9C-101B-9397-08002B2CF9AE}" pid="3" name="ContentTypeId">
    <vt:lpwstr>0x01010074805272674B1B4DBAADECB3E85FA233</vt:lpwstr>
  </property>
</Properties>
</file>